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notesMasterIdLst>
    <p:notesMasterId r:id="rId16"/>
  </p:notesMasterIdLst>
  <p:sldIdLst>
    <p:sldId id="256" r:id="rId2"/>
    <p:sldId id="258" r:id="rId3"/>
    <p:sldId id="259" r:id="rId4"/>
    <p:sldId id="260" r:id="rId5"/>
    <p:sldId id="257"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23BE83-FAF4-4287-A6AE-8F1C82D439D5}" v="95" dt="2026-06-30T11:29:30.9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gendernathkompalli4@gmail.com" userId="38da932716f009ad" providerId="LiveId" clId="{3E5DD60D-C9FF-4168-830E-E786B30F67DA}"/>
    <pc:docChg chg="undo custSel addSld delSld modSld">
      <pc:chgData name="jogendernathkompalli4@gmail.com" userId="38da932716f009ad" providerId="LiveId" clId="{3E5DD60D-C9FF-4168-830E-E786B30F67DA}" dt="2026-07-01T08:34:00.121" v="1184" actId="14100"/>
      <pc:docMkLst>
        <pc:docMk/>
      </pc:docMkLst>
      <pc:sldChg chg="addSp delSp modSp mod setBg">
        <pc:chgData name="jogendernathkompalli4@gmail.com" userId="38da932716f009ad" providerId="LiveId" clId="{3E5DD60D-C9FF-4168-830E-E786B30F67DA}" dt="2026-06-30T11:11:06.468" v="1016" actId="207"/>
        <pc:sldMkLst>
          <pc:docMk/>
          <pc:sldMk cId="2564797994" sldId="256"/>
        </pc:sldMkLst>
        <pc:spChg chg="mod">
          <ac:chgData name="jogendernathkompalli4@gmail.com" userId="38da932716f009ad" providerId="LiveId" clId="{3E5DD60D-C9FF-4168-830E-E786B30F67DA}" dt="2026-06-30T11:11:06.468" v="1016" actId="207"/>
          <ac:spMkLst>
            <pc:docMk/>
            <pc:sldMk cId="2564797994" sldId="256"/>
            <ac:spMk id="3" creationId="{5FC14B33-4956-CDDB-5E9B-01D50F187DAC}"/>
          </ac:spMkLst>
        </pc:spChg>
        <pc:spChg chg="add mod">
          <ac:chgData name="jogendernathkompalli4@gmail.com" userId="38da932716f009ad" providerId="LiveId" clId="{3E5DD60D-C9FF-4168-830E-E786B30F67DA}" dt="2026-06-30T10:49:45.840" v="916" actId="14100"/>
          <ac:spMkLst>
            <pc:docMk/>
            <pc:sldMk cId="2564797994" sldId="256"/>
            <ac:spMk id="5" creationId="{8E0D14CA-9AAF-3BF7-69C4-2EE3AEC92186}"/>
          </ac:spMkLst>
        </pc:spChg>
      </pc:sldChg>
      <pc:sldChg chg="addSp delSp modSp add mod">
        <pc:chgData name="jogendernathkompalli4@gmail.com" userId="38da932716f009ad" providerId="LiveId" clId="{3E5DD60D-C9FF-4168-830E-E786B30F67DA}" dt="2026-06-30T11:31:00.190" v="1166" actId="14100"/>
        <pc:sldMkLst>
          <pc:docMk/>
          <pc:sldMk cId="1024528641" sldId="257"/>
        </pc:sldMkLst>
        <pc:spChg chg="mod">
          <ac:chgData name="jogendernathkompalli4@gmail.com" userId="38da932716f009ad" providerId="LiveId" clId="{3E5DD60D-C9FF-4168-830E-E786B30F67DA}" dt="2026-06-30T10:54:44.407" v="939" actId="255"/>
          <ac:spMkLst>
            <pc:docMk/>
            <pc:sldMk cId="1024528641" sldId="257"/>
            <ac:spMk id="3" creationId="{A5074625-F901-085B-4234-43B1B7EA1F78}"/>
          </ac:spMkLst>
        </pc:spChg>
        <pc:spChg chg="mod">
          <ac:chgData name="jogendernathkompalli4@gmail.com" userId="38da932716f009ad" providerId="LiveId" clId="{3E5DD60D-C9FF-4168-830E-E786B30F67DA}" dt="2026-06-30T11:31:00.190" v="1166" actId="14100"/>
          <ac:spMkLst>
            <pc:docMk/>
            <pc:sldMk cId="1024528641" sldId="257"/>
            <ac:spMk id="5" creationId="{B1F7AE0B-B343-0DCB-E3AC-35E8F70FC6FB}"/>
          </ac:spMkLst>
        </pc:spChg>
        <pc:picChg chg="add">
          <ac:chgData name="jogendernathkompalli4@gmail.com" userId="38da932716f009ad" providerId="LiveId" clId="{3E5DD60D-C9FF-4168-830E-E786B30F67DA}" dt="2026-06-30T11:30:49.326" v="1164" actId="22"/>
          <ac:picMkLst>
            <pc:docMk/>
            <pc:sldMk cId="1024528641" sldId="257"/>
            <ac:picMk id="4" creationId="{3AA4599E-6E17-C61C-2669-AABFD1390F7C}"/>
          </ac:picMkLst>
        </pc:picChg>
        <pc:picChg chg="add del">
          <ac:chgData name="jogendernathkompalli4@gmail.com" userId="38da932716f009ad" providerId="LiveId" clId="{3E5DD60D-C9FF-4168-830E-E786B30F67DA}" dt="2026-06-30T10:19:41.584" v="837" actId="22"/>
          <ac:picMkLst>
            <pc:docMk/>
            <pc:sldMk cId="1024528641" sldId="257"/>
            <ac:picMk id="4" creationId="{71C2ADC6-FB56-96EF-7DBA-5684242753E8}"/>
          </ac:picMkLst>
        </pc:picChg>
        <pc:picChg chg="add mod">
          <ac:chgData name="jogendernathkompalli4@gmail.com" userId="38da932716f009ad" providerId="LiveId" clId="{3E5DD60D-C9FF-4168-830E-E786B30F67DA}" dt="2026-06-30T10:22:45.453" v="848" actId="14100"/>
          <ac:picMkLst>
            <pc:docMk/>
            <pc:sldMk cId="1024528641" sldId="257"/>
            <ac:picMk id="7" creationId="{B549F2EA-645F-7D06-9B9A-0B0FB89A1698}"/>
          </ac:picMkLst>
        </pc:picChg>
      </pc:sldChg>
      <pc:sldChg chg="modSp add mod">
        <pc:chgData name="jogendernathkompalli4@gmail.com" userId="38da932716f009ad" providerId="LiveId" clId="{3E5DD60D-C9FF-4168-830E-E786B30F67DA}" dt="2026-06-30T11:14:18.885" v="1018" actId="255"/>
        <pc:sldMkLst>
          <pc:docMk/>
          <pc:sldMk cId="2150380344" sldId="258"/>
        </pc:sldMkLst>
        <pc:spChg chg="mod">
          <ac:chgData name="jogendernathkompalli4@gmail.com" userId="38da932716f009ad" providerId="LiveId" clId="{3E5DD60D-C9FF-4168-830E-E786B30F67DA}" dt="2026-06-30T11:14:18.885" v="1018" actId="255"/>
          <ac:spMkLst>
            <pc:docMk/>
            <pc:sldMk cId="2150380344" sldId="258"/>
            <ac:spMk id="3" creationId="{B17EBE66-AC0D-8A4E-5F94-46C3A276D4A5}"/>
          </ac:spMkLst>
        </pc:spChg>
        <pc:spChg chg="mod">
          <ac:chgData name="jogendernathkompalli4@gmail.com" userId="38da932716f009ad" providerId="LiveId" clId="{3E5DD60D-C9FF-4168-830E-E786B30F67DA}" dt="2026-06-30T10:50:52.506" v="919" actId="14100"/>
          <ac:spMkLst>
            <pc:docMk/>
            <pc:sldMk cId="2150380344" sldId="258"/>
            <ac:spMk id="5" creationId="{9BA6B256-5F9E-E63C-98DE-320C7C0DA078}"/>
          </ac:spMkLst>
        </pc:spChg>
      </pc:sldChg>
      <pc:sldChg chg="modSp add mod">
        <pc:chgData name="jogendernathkompalli4@gmail.com" userId="38da932716f009ad" providerId="LiveId" clId="{3E5DD60D-C9FF-4168-830E-E786B30F67DA}" dt="2026-06-30T10:53:21.534" v="934" actId="14100"/>
        <pc:sldMkLst>
          <pc:docMk/>
          <pc:sldMk cId="1860584734" sldId="259"/>
        </pc:sldMkLst>
        <pc:spChg chg="mod">
          <ac:chgData name="jogendernathkompalli4@gmail.com" userId="38da932716f009ad" providerId="LiveId" clId="{3E5DD60D-C9FF-4168-830E-E786B30F67DA}" dt="2026-06-29T17:56:43.213" v="580" actId="27636"/>
          <ac:spMkLst>
            <pc:docMk/>
            <pc:sldMk cId="1860584734" sldId="259"/>
            <ac:spMk id="3" creationId="{18FA626E-339D-EF30-2447-7002A6BF192C}"/>
          </ac:spMkLst>
        </pc:spChg>
        <pc:spChg chg="mod">
          <ac:chgData name="jogendernathkompalli4@gmail.com" userId="38da932716f009ad" providerId="LiveId" clId="{3E5DD60D-C9FF-4168-830E-E786B30F67DA}" dt="2026-06-30T10:53:21.534" v="934" actId="14100"/>
          <ac:spMkLst>
            <pc:docMk/>
            <pc:sldMk cId="1860584734" sldId="259"/>
            <ac:spMk id="5" creationId="{D7AF1BD6-51AA-41DE-A74E-F60120A6082D}"/>
          </ac:spMkLst>
        </pc:spChg>
      </pc:sldChg>
      <pc:sldChg chg="addSp delSp modSp add mod">
        <pc:chgData name="jogendernathkompalli4@gmail.com" userId="38da932716f009ad" providerId="LiveId" clId="{3E5DD60D-C9FF-4168-830E-E786B30F67DA}" dt="2026-06-30T11:30:33.137" v="1163" actId="14100"/>
        <pc:sldMkLst>
          <pc:docMk/>
          <pc:sldMk cId="1859533042" sldId="260"/>
        </pc:sldMkLst>
        <pc:spChg chg="mod">
          <ac:chgData name="jogendernathkompalli4@gmail.com" userId="38da932716f009ad" providerId="LiveId" clId="{3E5DD60D-C9FF-4168-830E-E786B30F67DA}" dt="2026-06-30T10:54:16.441" v="938" actId="27636"/>
          <ac:spMkLst>
            <pc:docMk/>
            <pc:sldMk cId="1859533042" sldId="260"/>
            <ac:spMk id="3" creationId="{87AE5A5B-A073-1746-4957-B4EF93570233}"/>
          </ac:spMkLst>
        </pc:spChg>
        <pc:spChg chg="mod">
          <ac:chgData name="jogendernathkompalli4@gmail.com" userId="38da932716f009ad" providerId="LiveId" clId="{3E5DD60D-C9FF-4168-830E-E786B30F67DA}" dt="2026-06-30T11:30:11.379" v="1161" actId="14100"/>
          <ac:spMkLst>
            <pc:docMk/>
            <pc:sldMk cId="1859533042" sldId="260"/>
            <ac:spMk id="5" creationId="{6BFA6AF1-8776-D841-5EE3-64E49BE684EE}"/>
          </ac:spMkLst>
        </pc:spChg>
        <pc:spChg chg="add del mod">
          <ac:chgData name="jogendernathkompalli4@gmail.com" userId="38da932716f009ad" providerId="LiveId" clId="{3E5DD60D-C9FF-4168-830E-E786B30F67DA}" dt="2026-06-30T11:29:54.580" v="1159" actId="21"/>
          <ac:spMkLst>
            <pc:docMk/>
            <pc:sldMk cId="1859533042" sldId="260"/>
            <ac:spMk id="6" creationId="{1E6B908D-B0CD-0C86-839A-AB76B8184F60}"/>
          </ac:spMkLst>
        </pc:spChg>
        <pc:picChg chg="add del mod">
          <ac:chgData name="jogendernathkompalli4@gmail.com" userId="38da932716f009ad" providerId="LiveId" clId="{3E5DD60D-C9FF-4168-830E-E786B30F67DA}" dt="2026-06-30T10:15:48.299" v="829" actId="21"/>
          <ac:picMkLst>
            <pc:docMk/>
            <pc:sldMk cId="1859533042" sldId="260"/>
            <ac:picMk id="4" creationId="{626542A6-A266-E709-7180-3B1D55E63D30}"/>
          </ac:picMkLst>
        </pc:picChg>
        <pc:picChg chg="add mod">
          <ac:chgData name="jogendernathkompalli4@gmail.com" userId="38da932716f009ad" providerId="LiveId" clId="{3E5DD60D-C9FF-4168-830E-E786B30F67DA}" dt="2026-06-30T11:30:33.137" v="1163" actId="14100"/>
          <ac:picMkLst>
            <pc:docMk/>
            <pc:sldMk cId="1859533042" sldId="260"/>
            <ac:picMk id="4" creationId="{86BB22C8-8F3E-DACF-38D3-5B72168B22A7}"/>
          </ac:picMkLst>
        </pc:picChg>
        <pc:picChg chg="add mod">
          <ac:chgData name="jogendernathkompalli4@gmail.com" userId="38da932716f009ad" providerId="LiveId" clId="{3E5DD60D-C9FF-4168-830E-E786B30F67DA}" dt="2026-06-30T10:42:59.690" v="896" actId="14100"/>
          <ac:picMkLst>
            <pc:docMk/>
            <pc:sldMk cId="1859533042" sldId="260"/>
            <ac:picMk id="7" creationId="{AF347F7F-1734-E431-4213-66977A569147}"/>
          </ac:picMkLst>
        </pc:picChg>
        <pc:picChg chg="add mod">
          <ac:chgData name="jogendernathkompalli4@gmail.com" userId="38da932716f009ad" providerId="LiveId" clId="{3E5DD60D-C9FF-4168-830E-E786B30F67DA}" dt="2026-06-30T10:43:03.854" v="897" actId="14100"/>
          <ac:picMkLst>
            <pc:docMk/>
            <pc:sldMk cId="1859533042" sldId="260"/>
            <ac:picMk id="9" creationId="{ECFD0BBF-54EE-B225-EAC5-458820FB7085}"/>
          </ac:picMkLst>
        </pc:picChg>
        <pc:picChg chg="add mod">
          <ac:chgData name="jogendernathkompalli4@gmail.com" userId="38da932716f009ad" providerId="LiveId" clId="{3E5DD60D-C9FF-4168-830E-E786B30F67DA}" dt="2026-06-30T10:43:29.127" v="901" actId="14100"/>
          <ac:picMkLst>
            <pc:docMk/>
            <pc:sldMk cId="1859533042" sldId="260"/>
            <ac:picMk id="11" creationId="{3FBC94D6-D1FF-2A29-A707-FD4D3F6B1E76}"/>
          </ac:picMkLst>
        </pc:picChg>
        <pc:picChg chg="add mod">
          <ac:chgData name="jogendernathkompalli4@gmail.com" userId="38da932716f009ad" providerId="LiveId" clId="{3E5DD60D-C9FF-4168-830E-E786B30F67DA}" dt="2026-06-30T10:43:34.160" v="902" actId="14100"/>
          <ac:picMkLst>
            <pc:docMk/>
            <pc:sldMk cId="1859533042" sldId="260"/>
            <ac:picMk id="13" creationId="{CFF1BCDD-D0AD-DF05-3772-296488AA4CE8}"/>
          </ac:picMkLst>
        </pc:picChg>
      </pc:sldChg>
      <pc:sldChg chg="addSp delSp modSp add mod">
        <pc:chgData name="jogendernathkompalli4@gmail.com" userId="38da932716f009ad" providerId="LiveId" clId="{3E5DD60D-C9FF-4168-830E-E786B30F67DA}" dt="2026-07-01T08:34:00.121" v="1184" actId="14100"/>
        <pc:sldMkLst>
          <pc:docMk/>
          <pc:sldMk cId="1731499902" sldId="261"/>
        </pc:sldMkLst>
        <pc:spChg chg="mod">
          <ac:chgData name="jogendernathkompalli4@gmail.com" userId="38da932716f009ad" providerId="LiveId" clId="{3E5DD60D-C9FF-4168-830E-E786B30F67DA}" dt="2026-07-01T08:29:42.952" v="1173" actId="14100"/>
          <ac:spMkLst>
            <pc:docMk/>
            <pc:sldMk cId="1731499902" sldId="261"/>
            <ac:spMk id="3" creationId="{B040F2EE-8944-04F7-746B-9E40DA74745F}"/>
          </ac:spMkLst>
        </pc:spChg>
        <pc:spChg chg="mod">
          <ac:chgData name="jogendernathkompalli4@gmail.com" userId="38da932716f009ad" providerId="LiveId" clId="{3E5DD60D-C9FF-4168-830E-E786B30F67DA}" dt="2026-07-01T08:34:00.121" v="1184" actId="14100"/>
          <ac:spMkLst>
            <pc:docMk/>
            <pc:sldMk cId="1731499902" sldId="261"/>
            <ac:spMk id="5" creationId="{47C9B582-B30C-178A-36C4-B0CD834ECA70}"/>
          </ac:spMkLst>
        </pc:spChg>
        <pc:spChg chg="add del mod">
          <ac:chgData name="jogendernathkompalli4@gmail.com" userId="38da932716f009ad" providerId="LiveId" clId="{3E5DD60D-C9FF-4168-830E-E786B30F67DA}" dt="2026-06-30T11:20:46.156" v="1080" actId="21"/>
          <ac:spMkLst>
            <pc:docMk/>
            <pc:sldMk cId="1731499902" sldId="261"/>
            <ac:spMk id="7" creationId="{8235FDF8-0335-F9BE-6B94-A65BD800C7C3}"/>
          </ac:spMkLst>
        </pc:spChg>
        <pc:picChg chg="add mod">
          <ac:chgData name="jogendernathkompalli4@gmail.com" userId="38da932716f009ad" providerId="LiveId" clId="{3E5DD60D-C9FF-4168-830E-E786B30F67DA}" dt="2026-07-01T08:29:16.565" v="1171" actId="14100"/>
          <ac:picMkLst>
            <pc:docMk/>
            <pc:sldMk cId="1731499902" sldId="261"/>
            <ac:picMk id="4" creationId="{46158500-D8FB-66A3-CFAC-D34DC6D3BF30}"/>
          </ac:picMkLst>
        </pc:picChg>
        <pc:picChg chg="add mod">
          <ac:chgData name="jogendernathkompalli4@gmail.com" userId="38da932716f009ad" providerId="LiveId" clId="{3E5DD60D-C9FF-4168-830E-E786B30F67DA}" dt="2026-06-30T11:20:19.405" v="1020" actId="1076"/>
          <ac:picMkLst>
            <pc:docMk/>
            <pc:sldMk cId="1731499902" sldId="261"/>
            <ac:picMk id="6" creationId="{9729A9D8-EACE-AB4B-B2FB-E7BCFE8F7831}"/>
          </ac:picMkLst>
        </pc:picChg>
        <pc:picChg chg="add mod">
          <ac:chgData name="jogendernathkompalli4@gmail.com" userId="38da932716f009ad" providerId="LiveId" clId="{3E5DD60D-C9FF-4168-830E-E786B30F67DA}" dt="2026-07-01T08:30:26.295" v="1174" actId="931"/>
          <ac:picMkLst>
            <pc:docMk/>
            <pc:sldMk cId="1731499902" sldId="261"/>
            <ac:picMk id="7" creationId="{1CF01979-5B87-2A23-10B6-386837AAFE2A}"/>
          </ac:picMkLst>
        </pc:picChg>
        <pc:picChg chg="add mod">
          <ac:chgData name="jogendernathkompalli4@gmail.com" userId="38da932716f009ad" providerId="LiveId" clId="{3E5DD60D-C9FF-4168-830E-E786B30F67DA}" dt="2026-07-01T08:33:07.066" v="1182" actId="14100"/>
          <ac:picMkLst>
            <pc:docMk/>
            <pc:sldMk cId="1731499902" sldId="261"/>
            <ac:picMk id="9" creationId="{A7B5BF10-9599-1205-E8BF-02BC9CAC348C}"/>
          </ac:picMkLst>
        </pc:picChg>
        <pc:picChg chg="add mod">
          <ac:chgData name="jogendernathkompalli4@gmail.com" userId="38da932716f009ad" providerId="LiveId" clId="{3E5DD60D-C9FF-4168-830E-E786B30F67DA}" dt="2026-07-01T08:32:47.002" v="1179" actId="14100"/>
          <ac:picMkLst>
            <pc:docMk/>
            <pc:sldMk cId="1731499902" sldId="261"/>
            <ac:picMk id="11" creationId="{AB0D6AC9-26A9-90E9-40C6-35084805ED1C}"/>
          </ac:picMkLst>
        </pc:picChg>
      </pc:sldChg>
      <pc:sldChg chg="addSp delSp modSp add mod">
        <pc:chgData name="jogendernathkompalli4@gmail.com" userId="38da932716f009ad" providerId="LiveId" clId="{3E5DD60D-C9FF-4168-830E-E786B30F67DA}" dt="2026-06-30T11:21:04.109" v="1081" actId="22"/>
        <pc:sldMkLst>
          <pc:docMk/>
          <pc:sldMk cId="3101088545" sldId="262"/>
        </pc:sldMkLst>
        <pc:spChg chg="mod">
          <ac:chgData name="jogendernathkompalli4@gmail.com" userId="38da932716f009ad" providerId="LiveId" clId="{3E5DD60D-C9FF-4168-830E-E786B30F67DA}" dt="2026-06-30T11:02:12.517" v="965" actId="255"/>
          <ac:spMkLst>
            <pc:docMk/>
            <pc:sldMk cId="3101088545" sldId="262"/>
            <ac:spMk id="3" creationId="{C02EFD6A-6626-793D-544A-A8C858CB361D}"/>
          </ac:spMkLst>
        </pc:spChg>
        <pc:spChg chg="mod">
          <ac:chgData name="jogendernathkompalli4@gmail.com" userId="38da932716f009ad" providerId="LiveId" clId="{3E5DD60D-C9FF-4168-830E-E786B30F67DA}" dt="2026-06-30T11:01:35.839" v="963" actId="14100"/>
          <ac:spMkLst>
            <pc:docMk/>
            <pc:sldMk cId="3101088545" sldId="262"/>
            <ac:spMk id="5" creationId="{EF1CE92C-B1B5-7FF3-D7A3-51839B397244}"/>
          </ac:spMkLst>
        </pc:spChg>
        <pc:picChg chg="add">
          <ac:chgData name="jogendernathkompalli4@gmail.com" userId="38da932716f009ad" providerId="LiveId" clId="{3E5DD60D-C9FF-4168-830E-E786B30F67DA}" dt="2026-06-30T11:21:04.109" v="1081" actId="22"/>
          <ac:picMkLst>
            <pc:docMk/>
            <pc:sldMk cId="3101088545" sldId="262"/>
            <ac:picMk id="4" creationId="{943D4649-6ECD-5945-F19A-1E3B97617B37}"/>
          </ac:picMkLst>
        </pc:picChg>
        <pc:picChg chg="add del mod">
          <ac:chgData name="jogendernathkompalli4@gmail.com" userId="38da932716f009ad" providerId="LiveId" clId="{3E5DD60D-C9FF-4168-830E-E786B30F67DA}" dt="2026-06-30T08:48:17.681" v="773" actId="931"/>
          <ac:picMkLst>
            <pc:docMk/>
            <pc:sldMk cId="3101088545" sldId="262"/>
            <ac:picMk id="4" creationId="{D3C4D8C9-6AC3-9377-4EA3-9BAFA7CA0EDE}"/>
          </ac:picMkLst>
        </pc:picChg>
        <pc:picChg chg="add mod">
          <ac:chgData name="jogendernathkompalli4@gmail.com" userId="38da932716f009ad" providerId="LiveId" clId="{3E5DD60D-C9FF-4168-830E-E786B30F67DA}" dt="2026-06-30T08:48:33.442" v="774" actId="931"/>
          <ac:picMkLst>
            <pc:docMk/>
            <pc:sldMk cId="3101088545" sldId="262"/>
            <ac:picMk id="7" creationId="{3885AFCB-93D2-622E-2B35-EC27779CC4DE}"/>
          </ac:picMkLst>
        </pc:picChg>
        <pc:picChg chg="add mod">
          <ac:chgData name="jogendernathkompalli4@gmail.com" userId="38da932716f009ad" providerId="LiveId" clId="{3E5DD60D-C9FF-4168-830E-E786B30F67DA}" dt="2026-06-30T10:10:50.216" v="815" actId="14100"/>
          <ac:picMkLst>
            <pc:docMk/>
            <pc:sldMk cId="3101088545" sldId="262"/>
            <ac:picMk id="9" creationId="{5DED3773-216D-5F7E-0183-EA9633190BF6}"/>
          </ac:picMkLst>
        </pc:picChg>
        <pc:picChg chg="add mod">
          <ac:chgData name="jogendernathkompalli4@gmail.com" userId="38da932716f009ad" providerId="LiveId" clId="{3E5DD60D-C9FF-4168-830E-E786B30F67DA}" dt="2026-06-30T09:02:31.623" v="803" actId="14100"/>
          <ac:picMkLst>
            <pc:docMk/>
            <pc:sldMk cId="3101088545" sldId="262"/>
            <ac:picMk id="11" creationId="{B168940E-D217-A14E-88C0-BF97EE37EDE3}"/>
          </ac:picMkLst>
        </pc:picChg>
        <pc:picChg chg="add mod">
          <ac:chgData name="jogendernathkompalli4@gmail.com" userId="38da932716f009ad" providerId="LiveId" clId="{3E5DD60D-C9FF-4168-830E-E786B30F67DA}" dt="2026-06-30T09:01:58.166" v="801" actId="14100"/>
          <ac:picMkLst>
            <pc:docMk/>
            <pc:sldMk cId="3101088545" sldId="262"/>
            <ac:picMk id="13" creationId="{C32E7DA2-9EAC-BD60-59BC-7113CFB1BF0F}"/>
          </ac:picMkLst>
        </pc:picChg>
      </pc:sldChg>
      <pc:sldChg chg="addSp delSp modSp add mod">
        <pc:chgData name="jogendernathkompalli4@gmail.com" userId="38da932716f009ad" providerId="LiveId" clId="{3E5DD60D-C9FF-4168-830E-E786B30F67DA}" dt="2026-06-30T11:24:40.033" v="1098" actId="14100"/>
        <pc:sldMkLst>
          <pc:docMk/>
          <pc:sldMk cId="317228020" sldId="263"/>
        </pc:sldMkLst>
        <pc:spChg chg="mod">
          <ac:chgData name="jogendernathkompalli4@gmail.com" userId="38da932716f009ad" providerId="LiveId" clId="{3E5DD60D-C9FF-4168-830E-E786B30F67DA}" dt="2026-06-30T11:06:05.680" v="988" actId="14100"/>
          <ac:spMkLst>
            <pc:docMk/>
            <pc:sldMk cId="317228020" sldId="263"/>
            <ac:spMk id="3" creationId="{50518547-23B4-CCC6-A450-DF29D1FECE72}"/>
          </ac:spMkLst>
        </pc:spChg>
        <pc:spChg chg="mod">
          <ac:chgData name="jogendernathkompalli4@gmail.com" userId="38da932716f009ad" providerId="LiveId" clId="{3E5DD60D-C9FF-4168-830E-E786B30F67DA}" dt="2026-06-30T11:23:52.529" v="1092" actId="14100"/>
          <ac:spMkLst>
            <pc:docMk/>
            <pc:sldMk cId="317228020" sldId="263"/>
            <ac:spMk id="5" creationId="{A5476769-8134-24EB-EFB8-BF948B52809A}"/>
          </ac:spMkLst>
        </pc:spChg>
        <pc:spChg chg="add del mod">
          <ac:chgData name="jogendernathkompalli4@gmail.com" userId="38da932716f009ad" providerId="LiveId" clId="{3E5DD60D-C9FF-4168-830E-E786B30F67DA}" dt="2026-06-30T11:22:39.048" v="1085" actId="21"/>
          <ac:spMkLst>
            <pc:docMk/>
            <pc:sldMk cId="317228020" sldId="263"/>
            <ac:spMk id="7" creationId="{73FD3ABC-F283-C73B-B6A0-9016D49EEE1A}"/>
          </ac:spMkLst>
        </pc:spChg>
        <pc:spChg chg="add del mod">
          <ac:chgData name="jogendernathkompalli4@gmail.com" userId="38da932716f009ad" providerId="LiveId" clId="{3E5DD60D-C9FF-4168-830E-E786B30F67DA}" dt="2026-06-30T11:22:39.048" v="1085" actId="21"/>
          <ac:spMkLst>
            <pc:docMk/>
            <pc:sldMk cId="317228020" sldId="263"/>
            <ac:spMk id="10" creationId="{709C9434-C904-C466-E4C2-E028D5BFE0C6}"/>
          </ac:spMkLst>
        </pc:spChg>
        <pc:spChg chg="add mod">
          <ac:chgData name="jogendernathkompalli4@gmail.com" userId="38da932716f009ad" providerId="LiveId" clId="{3E5DD60D-C9FF-4168-830E-E786B30F67DA}" dt="2026-06-30T11:23:35.198" v="1090" actId="1076"/>
          <ac:spMkLst>
            <pc:docMk/>
            <pc:sldMk cId="317228020" sldId="263"/>
            <ac:spMk id="13" creationId="{7524985D-CA17-04BF-E118-2B9D8A9B43A7}"/>
          </ac:spMkLst>
        </pc:spChg>
        <pc:picChg chg="add mod">
          <ac:chgData name="jogendernathkompalli4@gmail.com" userId="38da932716f009ad" providerId="LiveId" clId="{3E5DD60D-C9FF-4168-830E-E786B30F67DA}" dt="2026-06-30T08:40:57.158" v="761" actId="14100"/>
          <ac:picMkLst>
            <pc:docMk/>
            <pc:sldMk cId="317228020" sldId="263"/>
            <ac:picMk id="4" creationId="{27AEE91F-32A9-D00C-E655-ED31A7DA1615}"/>
          </ac:picMkLst>
        </pc:picChg>
        <pc:picChg chg="add del mod">
          <ac:chgData name="jogendernathkompalli4@gmail.com" userId="38da932716f009ad" providerId="LiveId" clId="{3E5DD60D-C9FF-4168-830E-E786B30F67DA}" dt="2026-06-30T11:22:39.048" v="1085" actId="21"/>
          <ac:picMkLst>
            <pc:docMk/>
            <pc:sldMk cId="317228020" sldId="263"/>
            <ac:picMk id="6" creationId="{CC07BB06-1094-5441-15AE-BB7FC83F0CB8}"/>
          </ac:picMkLst>
        </pc:picChg>
        <pc:picChg chg="add del mod">
          <ac:chgData name="jogendernathkompalli4@gmail.com" userId="38da932716f009ad" providerId="LiveId" clId="{3E5DD60D-C9FF-4168-830E-E786B30F67DA}" dt="2026-06-30T11:22:39.048" v="1085" actId="21"/>
          <ac:picMkLst>
            <pc:docMk/>
            <pc:sldMk cId="317228020" sldId="263"/>
            <ac:picMk id="9" creationId="{6097FE2B-1A7E-4FF1-C46C-27BD983A9ADE}"/>
          </ac:picMkLst>
        </pc:picChg>
        <pc:picChg chg="add mod">
          <ac:chgData name="jogendernathkompalli4@gmail.com" userId="38da932716f009ad" providerId="LiveId" clId="{3E5DD60D-C9FF-4168-830E-E786B30F67DA}" dt="2026-06-30T11:24:40.033" v="1098" actId="14100"/>
          <ac:picMkLst>
            <pc:docMk/>
            <pc:sldMk cId="317228020" sldId="263"/>
            <ac:picMk id="12" creationId="{9DE47B69-7610-8247-00B0-F994279DA911}"/>
          </ac:picMkLst>
        </pc:picChg>
      </pc:sldChg>
      <pc:sldChg chg="addSp delSp modSp add mod">
        <pc:chgData name="jogendernathkompalli4@gmail.com" userId="38da932716f009ad" providerId="LiveId" clId="{3E5DD60D-C9FF-4168-830E-E786B30F67DA}" dt="2026-06-30T11:27:34.991" v="1103" actId="14100"/>
        <pc:sldMkLst>
          <pc:docMk/>
          <pc:sldMk cId="2076887618" sldId="264"/>
        </pc:sldMkLst>
        <pc:spChg chg="mod">
          <ac:chgData name="jogendernathkompalli4@gmail.com" userId="38da932716f009ad" providerId="LiveId" clId="{3E5DD60D-C9FF-4168-830E-E786B30F67DA}" dt="2026-06-30T11:06:45.371" v="992" actId="14100"/>
          <ac:spMkLst>
            <pc:docMk/>
            <pc:sldMk cId="2076887618" sldId="264"/>
            <ac:spMk id="3" creationId="{B5C2E0FA-508E-2DD3-957F-D851D8A24F65}"/>
          </ac:spMkLst>
        </pc:spChg>
        <pc:spChg chg="mod">
          <ac:chgData name="jogendernathkompalli4@gmail.com" userId="38da932716f009ad" providerId="LiveId" clId="{3E5DD60D-C9FF-4168-830E-E786B30F67DA}" dt="2026-06-30T11:27:34.991" v="1103" actId="14100"/>
          <ac:spMkLst>
            <pc:docMk/>
            <pc:sldMk cId="2076887618" sldId="264"/>
            <ac:spMk id="5" creationId="{EC44E9BE-F809-1535-3E35-7551A46C5994}"/>
          </ac:spMkLst>
        </pc:spChg>
        <pc:spChg chg="add del mod">
          <ac:chgData name="jogendernathkompalli4@gmail.com" userId="38da932716f009ad" providerId="LiveId" clId="{3E5DD60D-C9FF-4168-830E-E786B30F67DA}" dt="2026-06-30T11:27:20.682" v="1101" actId="478"/>
          <ac:spMkLst>
            <pc:docMk/>
            <pc:sldMk cId="2076887618" sldId="264"/>
            <ac:spMk id="6" creationId="{28CC0DAF-E9C0-A7E7-0665-F3D1EAF3D9E7}"/>
          </ac:spMkLst>
        </pc:spChg>
        <pc:picChg chg="add del mod">
          <ac:chgData name="jogendernathkompalli4@gmail.com" userId="38da932716f009ad" providerId="LiveId" clId="{3E5DD60D-C9FF-4168-830E-E786B30F67DA}" dt="2026-06-30T08:27:30.960" v="708" actId="931"/>
          <ac:picMkLst>
            <pc:docMk/>
            <pc:sldMk cId="2076887618" sldId="264"/>
            <ac:picMk id="4" creationId="{295554DE-C764-A6F2-1375-D2A13C06C22A}"/>
          </ac:picMkLst>
        </pc:picChg>
        <pc:picChg chg="add mod">
          <ac:chgData name="jogendernathkompalli4@gmail.com" userId="38da932716f009ad" providerId="LiveId" clId="{3E5DD60D-C9FF-4168-830E-E786B30F67DA}" dt="2026-06-30T11:27:08.160" v="1100" actId="1076"/>
          <ac:picMkLst>
            <pc:docMk/>
            <pc:sldMk cId="2076887618" sldId="264"/>
            <ac:picMk id="4" creationId="{AE130328-CF5C-8109-F9AF-10DB64868812}"/>
          </ac:picMkLst>
        </pc:picChg>
        <pc:picChg chg="add del mod">
          <ac:chgData name="jogendernathkompalli4@gmail.com" userId="38da932716f009ad" providerId="LiveId" clId="{3E5DD60D-C9FF-4168-830E-E786B30F67DA}" dt="2026-06-30T08:32:44.592" v="714" actId="931"/>
          <ac:picMkLst>
            <pc:docMk/>
            <pc:sldMk cId="2076887618" sldId="264"/>
            <ac:picMk id="7" creationId="{A9319A04-629B-F4AB-60B4-4F380E49A793}"/>
          </ac:picMkLst>
        </pc:picChg>
        <pc:picChg chg="add mod">
          <ac:chgData name="jogendernathkompalli4@gmail.com" userId="38da932716f009ad" providerId="LiveId" clId="{3E5DD60D-C9FF-4168-830E-E786B30F67DA}" dt="2026-06-30T08:38:11.714" v="753" actId="14100"/>
          <ac:picMkLst>
            <pc:docMk/>
            <pc:sldMk cId="2076887618" sldId="264"/>
            <ac:picMk id="9" creationId="{CED0A626-CE70-B98F-6EC0-C30F599B7745}"/>
          </ac:picMkLst>
        </pc:picChg>
      </pc:sldChg>
      <pc:sldChg chg="modSp add mod">
        <pc:chgData name="jogendernathkompalli4@gmail.com" userId="38da932716f009ad" providerId="LiveId" clId="{3E5DD60D-C9FF-4168-830E-E786B30F67DA}" dt="2026-06-30T11:07:29.009" v="1001" actId="2711"/>
        <pc:sldMkLst>
          <pc:docMk/>
          <pc:sldMk cId="3347239664" sldId="265"/>
        </pc:sldMkLst>
        <pc:spChg chg="mod">
          <ac:chgData name="jogendernathkompalli4@gmail.com" userId="38da932716f009ad" providerId="LiveId" clId="{3E5DD60D-C9FF-4168-830E-E786B30F67DA}" dt="2026-06-30T11:07:29.009" v="1001" actId="2711"/>
          <ac:spMkLst>
            <pc:docMk/>
            <pc:sldMk cId="3347239664" sldId="265"/>
            <ac:spMk id="3" creationId="{63638792-600C-BAAC-840E-E19A610BEA15}"/>
          </ac:spMkLst>
        </pc:spChg>
        <pc:spChg chg="mod">
          <ac:chgData name="jogendernathkompalli4@gmail.com" userId="38da932716f009ad" providerId="LiveId" clId="{3E5DD60D-C9FF-4168-830E-E786B30F67DA}" dt="2026-06-30T11:06:58.303" v="993" actId="14100"/>
          <ac:spMkLst>
            <pc:docMk/>
            <pc:sldMk cId="3347239664" sldId="265"/>
            <ac:spMk id="5" creationId="{428D0746-7D3B-183D-8D07-FE17F24941CE}"/>
          </ac:spMkLst>
        </pc:spChg>
      </pc:sldChg>
      <pc:sldChg chg="modSp add mod">
        <pc:chgData name="jogendernathkompalli4@gmail.com" userId="38da932716f009ad" providerId="LiveId" clId="{3E5DD60D-C9FF-4168-830E-E786B30F67DA}" dt="2026-06-30T11:08:15.882" v="1004" actId="27636"/>
        <pc:sldMkLst>
          <pc:docMk/>
          <pc:sldMk cId="1830769968" sldId="266"/>
        </pc:sldMkLst>
        <pc:spChg chg="mod">
          <ac:chgData name="jogendernathkompalli4@gmail.com" userId="38da932716f009ad" providerId="LiveId" clId="{3E5DD60D-C9FF-4168-830E-E786B30F67DA}" dt="2026-06-30T11:08:15.882" v="1004" actId="27636"/>
          <ac:spMkLst>
            <pc:docMk/>
            <pc:sldMk cId="1830769968" sldId="266"/>
            <ac:spMk id="3" creationId="{19C34B14-EC39-456A-3F16-7CE10B7D3985}"/>
          </ac:spMkLst>
        </pc:spChg>
        <pc:spChg chg="mod">
          <ac:chgData name="jogendernathkompalli4@gmail.com" userId="38da932716f009ad" providerId="LiveId" clId="{3E5DD60D-C9FF-4168-830E-E786B30F67DA}" dt="2026-06-30T11:08:04.507" v="1002" actId="14100"/>
          <ac:spMkLst>
            <pc:docMk/>
            <pc:sldMk cId="1830769968" sldId="266"/>
            <ac:spMk id="5" creationId="{A755B0F9-FD5B-B32D-CFFF-2142BD8CB8A9}"/>
          </ac:spMkLst>
        </pc:spChg>
      </pc:sldChg>
      <pc:sldChg chg="addSp modSp add mod">
        <pc:chgData name="jogendernathkompalli4@gmail.com" userId="38da932716f009ad" providerId="LiveId" clId="{3E5DD60D-C9FF-4168-830E-E786B30F67DA}" dt="2026-06-30T11:09:22.821" v="1010" actId="20577"/>
        <pc:sldMkLst>
          <pc:docMk/>
          <pc:sldMk cId="1490679882" sldId="267"/>
        </pc:sldMkLst>
        <pc:spChg chg="mod">
          <ac:chgData name="jogendernathkompalli4@gmail.com" userId="38da932716f009ad" providerId="LiveId" clId="{3E5DD60D-C9FF-4168-830E-E786B30F67DA}" dt="2026-06-30T11:09:22.821" v="1010" actId="20577"/>
          <ac:spMkLst>
            <pc:docMk/>
            <pc:sldMk cId="1490679882" sldId="267"/>
            <ac:spMk id="3" creationId="{92F3DD90-A459-AB10-34AA-5DE13CED8480}"/>
          </ac:spMkLst>
        </pc:spChg>
        <pc:spChg chg="mod">
          <ac:chgData name="jogendernathkompalli4@gmail.com" userId="38da932716f009ad" providerId="LiveId" clId="{3E5DD60D-C9FF-4168-830E-E786B30F67DA}" dt="2026-06-30T11:08:36.644" v="1006" actId="14100"/>
          <ac:spMkLst>
            <pc:docMk/>
            <pc:sldMk cId="1490679882" sldId="267"/>
            <ac:spMk id="5" creationId="{889FD0F7-4D77-C10B-13DB-169A407B4FC2}"/>
          </ac:spMkLst>
        </pc:spChg>
      </pc:sldChg>
      <pc:sldChg chg="modSp add mod">
        <pc:chgData name="jogendernathkompalli4@gmail.com" userId="38da932716f009ad" providerId="LiveId" clId="{3E5DD60D-C9FF-4168-830E-E786B30F67DA}" dt="2026-06-30T11:09:57.760" v="1013" actId="255"/>
        <pc:sldMkLst>
          <pc:docMk/>
          <pc:sldMk cId="2961390184" sldId="268"/>
        </pc:sldMkLst>
        <pc:spChg chg="mod">
          <ac:chgData name="jogendernathkompalli4@gmail.com" userId="38da932716f009ad" providerId="LiveId" clId="{3E5DD60D-C9FF-4168-830E-E786B30F67DA}" dt="2026-06-30T11:09:57.760" v="1013" actId="255"/>
          <ac:spMkLst>
            <pc:docMk/>
            <pc:sldMk cId="2961390184" sldId="268"/>
            <ac:spMk id="3" creationId="{679A2265-BBC6-092B-B5AB-A31E65DD3EB9}"/>
          </ac:spMkLst>
        </pc:spChg>
        <pc:spChg chg="mod">
          <ac:chgData name="jogendernathkompalli4@gmail.com" userId="38da932716f009ad" providerId="LiveId" clId="{3E5DD60D-C9FF-4168-830E-E786B30F67DA}" dt="2026-06-30T11:09:42.900" v="1012" actId="14100"/>
          <ac:spMkLst>
            <pc:docMk/>
            <pc:sldMk cId="2961390184" sldId="268"/>
            <ac:spMk id="5" creationId="{73D16E97-B7E6-67E6-E08B-B46215BCBD68}"/>
          </ac:spMkLst>
        </pc:spChg>
      </pc:sldChg>
      <pc:sldChg chg="modSp add mod">
        <pc:chgData name="jogendernathkompalli4@gmail.com" userId="38da932716f009ad" providerId="LiveId" clId="{3E5DD60D-C9FF-4168-830E-E786B30F67DA}" dt="2026-06-30T11:10:42.765" v="1015" actId="255"/>
        <pc:sldMkLst>
          <pc:docMk/>
          <pc:sldMk cId="3354733516" sldId="269"/>
        </pc:sldMkLst>
        <pc:spChg chg="mod">
          <ac:chgData name="jogendernathkompalli4@gmail.com" userId="38da932716f009ad" providerId="LiveId" clId="{3E5DD60D-C9FF-4168-830E-E786B30F67DA}" dt="2026-06-30T11:10:42.765" v="1015" actId="255"/>
          <ac:spMkLst>
            <pc:docMk/>
            <pc:sldMk cId="3354733516" sldId="269"/>
            <ac:spMk id="3" creationId="{55155288-98FE-1E94-2B92-8F3ADD938B77}"/>
          </ac:spMkLst>
        </pc:spChg>
        <pc:spChg chg="mod">
          <ac:chgData name="jogendernathkompalli4@gmail.com" userId="38da932716f009ad" providerId="LiveId" clId="{3E5DD60D-C9FF-4168-830E-E786B30F67DA}" dt="2026-06-30T11:10:21.320" v="1014" actId="14100"/>
          <ac:spMkLst>
            <pc:docMk/>
            <pc:sldMk cId="3354733516" sldId="269"/>
            <ac:spMk id="5" creationId="{75445C04-DBBF-6BD7-144F-A32C2FD2E553}"/>
          </ac:spMkLst>
        </pc:spChg>
      </pc:sldChg>
      <pc:sldChg chg="addSp delSp modSp new del mod">
        <pc:chgData name="jogendernathkompalli4@gmail.com" userId="38da932716f009ad" providerId="LiveId" clId="{3E5DD60D-C9FF-4168-830E-E786B30F67DA}" dt="2026-06-30T08:28:37.982" v="712" actId="680"/>
        <pc:sldMkLst>
          <pc:docMk/>
          <pc:sldMk cId="3231193211" sldId="270"/>
        </pc:sldMkLst>
        <pc:picChg chg="add del mod">
          <ac:chgData name="jogendernathkompalli4@gmail.com" userId="38da932716f009ad" providerId="LiveId" clId="{3E5DD60D-C9FF-4168-830E-E786B30F67DA}" dt="2026-06-30T08:28:35.924" v="711" actId="931"/>
          <ac:picMkLst>
            <pc:docMk/>
            <pc:sldMk cId="3231193211" sldId="270"/>
            <ac:picMk id="3" creationId="{EAA135AF-92D4-B41F-F671-A05920E1BAF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A79231-D6D6-4690-A0CD-29DDDEDF624A}" type="datetimeFigureOut">
              <a:rPr lang="en-IN" smtClean="0"/>
              <a:t>03-08-2026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2F0C86-5B0B-4A6A-88CF-D3176FF13841}" type="slidenum">
              <a:rPr lang="en-IN" smtClean="0"/>
              <a:t>‹#›</a:t>
            </a:fld>
            <a:endParaRPr lang="en-IN"/>
          </a:p>
        </p:txBody>
      </p:sp>
    </p:spTree>
    <p:extLst>
      <p:ext uri="{BB962C8B-B14F-4D97-AF65-F5344CB8AC3E}">
        <p14:creationId xmlns:p14="http://schemas.microsoft.com/office/powerpoint/2010/main" val="821144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82F0C86-5B0B-4A6A-88CF-D3176FF13841}" type="slidenum">
              <a:rPr lang="en-IN" smtClean="0"/>
              <a:t>11</a:t>
            </a:fld>
            <a:endParaRPr lang="en-IN"/>
          </a:p>
        </p:txBody>
      </p:sp>
    </p:spTree>
    <p:extLst>
      <p:ext uri="{BB962C8B-B14F-4D97-AF65-F5344CB8AC3E}">
        <p14:creationId xmlns:p14="http://schemas.microsoft.com/office/powerpoint/2010/main" val="2978860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840982-75B6-4FE8-824C-B2C0FAE95743}"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891225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A840982-75B6-4FE8-824C-B2C0FAE95743}" type="datetimeFigureOut">
              <a:rPr lang="en-IN" smtClean="0"/>
              <a:t>04-08-2026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677175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840982-75B6-4FE8-824C-B2C0FAE95743}" type="datetimeFigureOut">
              <a:rPr lang="en-IN" smtClean="0"/>
              <a:t>04-08-2026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1932043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840982-75B6-4FE8-824C-B2C0FAE95743}" type="datetimeFigureOut">
              <a:rPr lang="en-IN" smtClean="0"/>
              <a:t>04-08-2026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362162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840982-75B6-4FE8-824C-B2C0FAE95743}" type="datetimeFigureOut">
              <a:rPr lang="en-IN" smtClean="0"/>
              <a:t>04-08-2026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1245466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A840982-75B6-4FE8-824C-B2C0FAE95743}" type="datetimeFigureOut">
              <a:rPr lang="en-IN" smtClean="0"/>
              <a:t>04-08-2026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417589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A840982-75B6-4FE8-824C-B2C0FAE95743}" type="datetimeFigureOut">
              <a:rPr lang="en-IN" smtClean="0"/>
              <a:t>04-08-2026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1092835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A840982-75B6-4FE8-824C-B2C0FAE95743}" type="datetimeFigureOut">
              <a:rPr lang="en-IN" smtClean="0"/>
              <a:t>04-08-2026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2418715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840982-75B6-4FE8-824C-B2C0FAE95743}" type="datetimeFigureOut">
              <a:rPr lang="en-IN" smtClean="0"/>
              <a:t>04-08-2026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1034227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840982-75B6-4FE8-824C-B2C0FAE95743}" type="datetimeFigureOut">
              <a:rPr lang="en-IN" smtClean="0"/>
              <a:t>04-08-2026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2691091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A840982-75B6-4FE8-824C-B2C0FAE95743}" type="datetimeFigureOut">
              <a:rPr lang="en-IN" smtClean="0"/>
              <a:t>04-08-2026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3908551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A840982-75B6-4FE8-824C-B2C0FAE95743}" type="datetimeFigureOut">
              <a:rPr lang="en-IN" smtClean="0"/>
              <a:t>04-08-2026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5393F3-267A-4129-9C06-FD9D2894F19F}"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120072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840982-75B6-4FE8-824C-B2C0FAE95743}" type="datetimeFigureOut">
              <a:rPr lang="en-IN" smtClean="0"/>
              <a:t>04-08-2026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1151629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840982-75B6-4FE8-824C-B2C0FAE95743}" type="datetimeFigureOut">
              <a:rPr lang="en-IN" smtClean="0"/>
              <a:t>04-08-2026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2272174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840982-75B6-4FE8-824C-B2C0FAE95743}" type="datetimeFigureOut">
              <a:rPr lang="en-IN" smtClean="0"/>
              <a:t>04-08-2026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3396276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840982-75B6-4FE8-824C-B2C0FAE95743}" type="datetimeFigureOut">
              <a:rPr lang="en-IN" smtClean="0"/>
              <a:t>04-08-2026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6665393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840982-75B6-4FE8-824C-B2C0FAE95743}" type="datetimeFigureOut">
              <a:rPr lang="en-IN" smtClean="0"/>
              <a:t>04-08-2026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5393F3-267A-4129-9C06-FD9D2894F19F}" type="slidenum">
              <a:rPr lang="en-IN" smtClean="0"/>
              <a:t>‹#›</a:t>
            </a:fld>
            <a:endParaRPr lang="en-IN"/>
          </a:p>
        </p:txBody>
      </p:sp>
    </p:spTree>
    <p:extLst>
      <p:ext uri="{BB962C8B-B14F-4D97-AF65-F5344CB8AC3E}">
        <p14:creationId xmlns:p14="http://schemas.microsoft.com/office/powerpoint/2010/main" val="3465711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A840982-75B6-4FE8-824C-B2C0FAE95743}" type="datetimeFigureOut">
              <a:rPr lang="en-IN" smtClean="0"/>
              <a:t>03-08-2026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D5393F3-267A-4129-9C06-FD9D2894F19F}" type="slidenum">
              <a:rPr lang="en-IN" smtClean="0"/>
              <a:t>‹#›</a:t>
            </a:fld>
            <a:endParaRPr lang="en-IN"/>
          </a:p>
        </p:txBody>
      </p:sp>
    </p:spTree>
    <p:extLst>
      <p:ext uri="{BB962C8B-B14F-4D97-AF65-F5344CB8AC3E}">
        <p14:creationId xmlns:p14="http://schemas.microsoft.com/office/powerpoint/2010/main" val="847948441"/>
      </p:ext>
    </p:extLst>
  </p:cSld>
  <p:clrMap bg1="dk1" tx1="lt1" bg2="dk2" tx2="lt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tmp"/><Relationship Id="rId7" Type="http://schemas.openxmlformats.org/officeDocument/2006/relationships/hyperlink" Target="https://oercommons.org/courseware/lesson/59410" TargetMode="External"/><Relationship Id="rId2" Type="http://schemas.openxmlformats.org/officeDocument/2006/relationships/image" Target="../media/image6.tmp"/><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tmp"/><Relationship Id="rId4" Type="http://schemas.openxmlformats.org/officeDocument/2006/relationships/image" Target="../media/image8.tmp"/></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tmp"/><Relationship Id="rId1" Type="http://schemas.openxmlformats.org/officeDocument/2006/relationships/slideLayout" Target="../slideLayouts/slideLayout1.xml"/><Relationship Id="rId4" Type="http://schemas.openxmlformats.org/officeDocument/2006/relationships/hyperlink" Target="https://oercommons.org/courseware/lesson/59410"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6.tmp"/><Relationship Id="rId2" Type="http://schemas.openxmlformats.org/officeDocument/2006/relationships/image" Target="../media/image12.tmp"/><Relationship Id="rId1" Type="http://schemas.openxmlformats.org/officeDocument/2006/relationships/slideLayout" Target="../slideLayouts/slideLayout1.xml"/><Relationship Id="rId6" Type="http://schemas.openxmlformats.org/officeDocument/2006/relationships/image" Target="../media/image15.tmp"/><Relationship Id="rId5" Type="http://schemas.openxmlformats.org/officeDocument/2006/relationships/image" Target="../media/image14.tmp"/><Relationship Id="rId4" Type="http://schemas.openxmlformats.org/officeDocument/2006/relationships/hyperlink" Target="https://blog.keliweb.it/2015/07/come-importare-database-mysq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7.tmp"/><Relationship Id="rId7" Type="http://schemas.openxmlformats.org/officeDocument/2006/relationships/hyperlink" Target="https://blog.keliweb.it/2015/07/come-importare-database-mysql/" TargetMode="External"/><Relationship Id="rId2" Type="http://schemas.openxmlformats.org/officeDocument/2006/relationships/image" Target="../media/image14.tmp"/><Relationship Id="rId1" Type="http://schemas.openxmlformats.org/officeDocument/2006/relationships/slideLayout" Target="../slideLayouts/slideLayout1.xml"/><Relationship Id="rId6" Type="http://schemas.openxmlformats.org/officeDocument/2006/relationships/image" Target="../media/image13.jpg"/><Relationship Id="rId5" Type="http://schemas.openxmlformats.org/officeDocument/2006/relationships/image" Target="../media/image19.tmp"/><Relationship Id="rId4" Type="http://schemas.openxmlformats.org/officeDocument/2006/relationships/image" Target="../media/image18.tmp"/></Relationships>
</file>

<file path=ppt/slides/_rels/slide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tmp"/><Relationship Id="rId1" Type="http://schemas.openxmlformats.org/officeDocument/2006/relationships/slideLayout" Target="../slideLayouts/slideLayout1.xml"/><Relationship Id="rId5" Type="http://schemas.openxmlformats.org/officeDocument/2006/relationships/hyperlink" Target="https://creativecommons.org/licenses/by-sa/3.0/" TargetMode="External"/><Relationship Id="rId4" Type="http://schemas.openxmlformats.org/officeDocument/2006/relationships/hyperlink" Target="https://www.flickr.com/photos/141573413@N04/42099499622"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tmp"/><Relationship Id="rId1" Type="http://schemas.openxmlformats.org/officeDocument/2006/relationships/slideLayout" Target="../slideLayouts/slideLayout1.xml"/><Relationship Id="rId4" Type="http://schemas.openxmlformats.org/officeDocument/2006/relationships/hyperlink" Target="https://blog.hametbenoit.info/2019/11/04/power-bi-the-new-exe-installer-command-lin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0D14CA-9AAF-3BF7-69C4-2EE3AEC92186}"/>
              </a:ext>
            </a:extLst>
          </p:cNvPr>
          <p:cNvSpPr>
            <a:spLocks noGrp="1"/>
          </p:cNvSpPr>
          <p:nvPr>
            <p:ph type="ctrTitle"/>
          </p:nvPr>
        </p:nvSpPr>
        <p:spPr>
          <a:xfrm>
            <a:off x="1524000" y="1122364"/>
            <a:ext cx="9144000" cy="799569"/>
          </a:xfrm>
        </p:spPr>
        <p:txBody>
          <a:bodyPr>
            <a:normAutofit/>
          </a:bodyPr>
          <a:lstStyle/>
          <a:p>
            <a:r>
              <a:rPr lang="en-IN" sz="2400" dirty="0">
                <a:solidFill>
                  <a:srgbClr val="FFC000"/>
                </a:solidFill>
                <a:latin typeface="Segoe UI Semibold" panose="020B0702040204020203" pitchFamily="34" charset="0"/>
                <a:cs typeface="Segoe UI Semibold" panose="020B0702040204020203" pitchFamily="34" charset="0"/>
              </a:rPr>
              <a:t>Adventure Works Sales &amp; Performance Analysis </a:t>
            </a:r>
            <a:br>
              <a:rPr lang="en-IN" sz="2400" dirty="0">
                <a:solidFill>
                  <a:srgbClr val="FFC000"/>
                </a:solidFill>
                <a:latin typeface="Segoe UI Semibold" panose="020B0702040204020203" pitchFamily="34" charset="0"/>
                <a:cs typeface="Segoe UI Semibold" panose="020B0702040204020203" pitchFamily="34" charset="0"/>
              </a:rPr>
            </a:br>
            <a:r>
              <a:rPr lang="en-IN" sz="2000" dirty="0">
                <a:latin typeface="Segoe UI Semibold" panose="020B0702040204020203" pitchFamily="34" charset="0"/>
                <a:cs typeface="Segoe UI Semibold" panose="020B0702040204020203" pitchFamily="34" charset="0"/>
              </a:rPr>
              <a:t>End-to-End Business Intelligence Project</a:t>
            </a:r>
          </a:p>
        </p:txBody>
      </p:sp>
      <p:sp>
        <p:nvSpPr>
          <p:cNvPr id="3" name="Subtitle 2">
            <a:extLst>
              <a:ext uri="{FF2B5EF4-FFF2-40B4-BE49-F238E27FC236}">
                <a16:creationId xmlns:a16="http://schemas.microsoft.com/office/drawing/2014/main" id="{5FC14B33-4956-CDDB-5E9B-01D50F187DAC}"/>
              </a:ext>
            </a:extLst>
          </p:cNvPr>
          <p:cNvSpPr>
            <a:spLocks noGrp="1"/>
          </p:cNvSpPr>
          <p:nvPr>
            <p:ph type="subTitle" idx="1"/>
          </p:nvPr>
        </p:nvSpPr>
        <p:spPr>
          <a:xfrm>
            <a:off x="1524000" y="2353733"/>
            <a:ext cx="9144000" cy="4216400"/>
          </a:xfrm>
        </p:spPr>
        <p:txBody>
          <a:bodyPr/>
          <a:lstStyle/>
          <a:p>
            <a:r>
              <a:rPr lang="en-IN" sz="1800" b="1" dirty="0">
                <a:solidFill>
                  <a:schemeClr val="tx1"/>
                </a:solidFill>
                <a:latin typeface="Segoe UI Semibold" panose="020B0702040204020203" pitchFamily="34" charset="0"/>
                <a:cs typeface="Segoe UI Semibold" panose="020B0702040204020203" pitchFamily="34" charset="0"/>
              </a:rPr>
              <a:t>Team Members</a:t>
            </a:r>
          </a:p>
          <a:p>
            <a:pPr marL="457200" indent="-457200" algn="l">
              <a:buFont typeface="+mj-lt"/>
              <a:buAutoNum type="arabicPeriod"/>
            </a:pPr>
            <a:r>
              <a:rPr lang="en-IN" sz="1600" dirty="0">
                <a:latin typeface="Segoe UI Semibold" panose="020B0702040204020203" pitchFamily="34" charset="0"/>
                <a:cs typeface="Segoe UI Semibold" panose="020B0702040204020203" pitchFamily="34" charset="0"/>
              </a:rPr>
              <a:t>Jogendernath Kompalli</a:t>
            </a:r>
          </a:p>
          <a:p>
            <a:pPr marL="457200" indent="-457200" algn="l">
              <a:buFont typeface="+mj-lt"/>
              <a:buAutoNum type="arabicPeriod"/>
            </a:pPr>
            <a:r>
              <a:rPr lang="en-IN" sz="1600" dirty="0">
                <a:latin typeface="Segoe UI Semibold" panose="020B0702040204020203" pitchFamily="34" charset="0"/>
                <a:cs typeface="Segoe UI Semibold" panose="020B0702040204020203" pitchFamily="34" charset="0"/>
              </a:rPr>
              <a:t>M. Sai Ashrita Goud</a:t>
            </a:r>
          </a:p>
          <a:p>
            <a:pPr marL="457200" indent="-457200" algn="l">
              <a:buFont typeface="+mj-lt"/>
              <a:buAutoNum type="arabicPeriod"/>
            </a:pPr>
            <a:r>
              <a:rPr lang="en-IN" sz="1600" dirty="0">
                <a:latin typeface="Segoe UI Semibold" panose="020B0702040204020203" pitchFamily="34" charset="0"/>
                <a:cs typeface="Segoe UI Semibold" panose="020B0702040204020203" pitchFamily="34" charset="0"/>
              </a:rPr>
              <a:t>Mohammed Ahsan</a:t>
            </a:r>
          </a:p>
          <a:p>
            <a:pPr marL="457200" indent="-457200" algn="l">
              <a:buFont typeface="+mj-lt"/>
              <a:buAutoNum type="arabicPeriod"/>
            </a:pPr>
            <a:r>
              <a:rPr lang="en-IN" sz="1600" dirty="0">
                <a:latin typeface="Segoe UI Semibold" panose="020B0702040204020203" pitchFamily="34" charset="0"/>
                <a:cs typeface="Segoe UI Semibold" panose="020B0702040204020203" pitchFamily="34" charset="0"/>
              </a:rPr>
              <a:t>Rama Dulla</a:t>
            </a:r>
          </a:p>
          <a:p>
            <a:pPr marL="457200" indent="-457200" algn="l">
              <a:buFont typeface="+mj-lt"/>
              <a:buAutoNum type="arabicPeriod"/>
            </a:pPr>
            <a:r>
              <a:rPr lang="en-IN" sz="1600" dirty="0">
                <a:latin typeface="Segoe UI Semibold" panose="020B0702040204020203" pitchFamily="34" charset="0"/>
                <a:cs typeface="Segoe UI Semibold" panose="020B0702040204020203" pitchFamily="34" charset="0"/>
              </a:rPr>
              <a:t>S. Deena</a:t>
            </a:r>
          </a:p>
          <a:p>
            <a:pPr marL="457200" indent="-457200" algn="l">
              <a:buFont typeface="+mj-lt"/>
              <a:buAutoNum type="arabicPeriod"/>
            </a:pPr>
            <a:r>
              <a:rPr lang="en-IN" sz="1600" dirty="0">
                <a:latin typeface="Segoe UI Semibold" panose="020B0702040204020203" pitchFamily="34" charset="0"/>
                <a:cs typeface="Segoe UI Semibold" panose="020B0702040204020203" pitchFamily="34" charset="0"/>
              </a:rPr>
              <a:t>Soumya ShivaShankar Vastrad</a:t>
            </a:r>
          </a:p>
          <a:p>
            <a:pPr marL="457200" indent="-457200" algn="l">
              <a:buFont typeface="+mj-lt"/>
              <a:buAutoNum type="arabicPeriod"/>
            </a:pPr>
            <a:r>
              <a:rPr lang="en-IN" sz="1600" dirty="0">
                <a:latin typeface="Segoe UI Semibold" panose="020B0702040204020203" pitchFamily="34" charset="0"/>
                <a:cs typeface="Segoe UI Semibold" panose="020B0702040204020203" pitchFamily="34" charset="0"/>
              </a:rPr>
              <a:t>Syed Safreena</a:t>
            </a:r>
          </a:p>
          <a:p>
            <a:endParaRPr lang="en-IN" dirty="0"/>
          </a:p>
        </p:txBody>
      </p:sp>
    </p:spTree>
    <p:extLst>
      <p:ext uri="{BB962C8B-B14F-4D97-AF65-F5344CB8AC3E}">
        <p14:creationId xmlns:p14="http://schemas.microsoft.com/office/powerpoint/2010/main" val="2564797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D08FE-56DD-FBB0-E66B-FB104627BC4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BA6B256-5F9E-E63C-98DE-320C7C0DA078}"/>
              </a:ext>
            </a:extLst>
          </p:cNvPr>
          <p:cNvSpPr>
            <a:spLocks noGrp="1"/>
          </p:cNvSpPr>
          <p:nvPr>
            <p:ph type="ctrTitle"/>
          </p:nvPr>
        </p:nvSpPr>
        <p:spPr>
          <a:xfrm>
            <a:off x="1524000" y="1122364"/>
            <a:ext cx="9144000" cy="520169"/>
          </a:xfrm>
        </p:spPr>
        <p:txBody>
          <a:bodyPr>
            <a:normAutofit/>
          </a:bodyPr>
          <a:lstStyle/>
          <a:p>
            <a:pPr algn="ctr"/>
            <a:r>
              <a:rPr lang="en-IN" sz="2400" b="1" dirty="0">
                <a:latin typeface="Segoe UI Semibold" panose="020B0702040204020203" pitchFamily="34" charset="0"/>
                <a:cs typeface="Segoe UI Semibold" panose="020B0702040204020203" pitchFamily="34" charset="0"/>
              </a:rPr>
              <a:t>About Adventure Works</a:t>
            </a:r>
          </a:p>
        </p:txBody>
      </p:sp>
      <p:sp>
        <p:nvSpPr>
          <p:cNvPr id="3" name="Subtitle 2">
            <a:extLst>
              <a:ext uri="{FF2B5EF4-FFF2-40B4-BE49-F238E27FC236}">
                <a16:creationId xmlns:a16="http://schemas.microsoft.com/office/drawing/2014/main" id="{B17EBE66-AC0D-8A4E-5F94-46C3A276D4A5}"/>
              </a:ext>
            </a:extLst>
          </p:cNvPr>
          <p:cNvSpPr>
            <a:spLocks noGrp="1"/>
          </p:cNvSpPr>
          <p:nvPr>
            <p:ph type="subTitle" idx="1"/>
          </p:nvPr>
        </p:nvSpPr>
        <p:spPr>
          <a:xfrm>
            <a:off x="1524000" y="2353733"/>
            <a:ext cx="9144000" cy="4216400"/>
          </a:xfrm>
        </p:spPr>
        <p:txBody>
          <a:bodyPr>
            <a:normAutofit/>
          </a:bodyPr>
          <a:lstStyle/>
          <a:p>
            <a:r>
              <a:rPr lang="en-IN" sz="1600" dirty="0">
                <a:latin typeface="Segoe UI Semibold" panose="020B0702040204020203" pitchFamily="34" charset="0"/>
                <a:cs typeface="Segoe UI Semibold" panose="020B0702040204020203" pitchFamily="34" charset="0"/>
              </a:rPr>
              <a:t>Company Overview</a:t>
            </a:r>
          </a:p>
          <a:p>
            <a:r>
              <a:rPr lang="en-IN" sz="1400" dirty="0">
                <a:latin typeface="Segoe UI Semibold" panose="020B0702040204020203" pitchFamily="34" charset="0"/>
                <a:cs typeface="Segoe UI Semibold" panose="020B0702040204020203" pitchFamily="34" charset="0"/>
              </a:rPr>
              <a:t>Adventure Works is a multinational bicycle manufacturing company that sells bicycles and related accessories across different regions. The company aims to improve sales performance, customer satisfaction, and profitability using data-driven decision making.</a:t>
            </a:r>
          </a:p>
          <a:p>
            <a:endParaRPr lang="en-IN" sz="2100" dirty="0">
              <a:latin typeface="Segoe UI Semibold" panose="020B0702040204020203" pitchFamily="34" charset="0"/>
              <a:cs typeface="Segoe UI Semibold" panose="020B0702040204020203" pitchFamily="34" charset="0"/>
            </a:endParaRPr>
          </a:p>
          <a:p>
            <a:pPr algn="just"/>
            <a:r>
              <a:rPr lang="en-IN" sz="1600" b="1" dirty="0">
                <a:latin typeface="Segoe UI" panose="020B0502040204020203" pitchFamily="34" charset="0"/>
                <a:cs typeface="Segoe UI" panose="020B0502040204020203" pitchFamily="34" charset="0"/>
              </a:rPr>
              <a:t>Project Objectives</a:t>
            </a:r>
          </a:p>
          <a:p>
            <a:pPr marL="342900" indent="-342900" algn="just">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Clean and prepare sales data</a:t>
            </a:r>
          </a:p>
          <a:p>
            <a:pPr marL="342900" indent="-342900" algn="just">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Integrate multiple datasets</a:t>
            </a:r>
          </a:p>
          <a:p>
            <a:pPr marL="342900" indent="-342900" algn="just">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Build an analytics-ready database</a:t>
            </a:r>
          </a:p>
          <a:p>
            <a:pPr marL="342900" indent="-342900" algn="just">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Create interactive dashboards</a:t>
            </a:r>
          </a:p>
          <a:p>
            <a:pPr marL="342900" indent="-342900" algn="just">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Generate meaningful business insights</a:t>
            </a:r>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2150380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65ECB-5042-0C6B-C773-EA386A90CC8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AF1BD6-51AA-41DE-A74E-F60120A6082D}"/>
              </a:ext>
            </a:extLst>
          </p:cNvPr>
          <p:cNvSpPr>
            <a:spLocks noGrp="1"/>
          </p:cNvSpPr>
          <p:nvPr>
            <p:ph type="ctrTitle"/>
          </p:nvPr>
        </p:nvSpPr>
        <p:spPr>
          <a:xfrm>
            <a:off x="1524000" y="1122363"/>
            <a:ext cx="9144000" cy="554037"/>
          </a:xfrm>
        </p:spPr>
        <p:txBody>
          <a:bodyPr>
            <a:normAutofit/>
          </a:bodyPr>
          <a:lstStyle/>
          <a:p>
            <a:pPr algn="ctr"/>
            <a:r>
              <a:rPr lang="en-IN" sz="2400" dirty="0">
                <a:latin typeface="Segoe UI Semibold" panose="020B0702040204020203" pitchFamily="34" charset="0"/>
                <a:cs typeface="Segoe UI Semibold" panose="020B0702040204020203" pitchFamily="34" charset="0"/>
              </a:rPr>
              <a:t>Project Workflow</a:t>
            </a:r>
          </a:p>
        </p:txBody>
      </p:sp>
      <p:sp>
        <p:nvSpPr>
          <p:cNvPr id="3" name="Subtitle 2">
            <a:extLst>
              <a:ext uri="{FF2B5EF4-FFF2-40B4-BE49-F238E27FC236}">
                <a16:creationId xmlns:a16="http://schemas.microsoft.com/office/drawing/2014/main" id="{18FA626E-339D-EF30-2447-7002A6BF192C}"/>
              </a:ext>
            </a:extLst>
          </p:cNvPr>
          <p:cNvSpPr>
            <a:spLocks noGrp="1"/>
          </p:cNvSpPr>
          <p:nvPr>
            <p:ph type="subTitle" idx="1"/>
          </p:nvPr>
        </p:nvSpPr>
        <p:spPr>
          <a:xfrm>
            <a:off x="1524000" y="2353733"/>
            <a:ext cx="9144000" cy="4216400"/>
          </a:xfrm>
        </p:spPr>
        <p:txBody>
          <a:bodyPr>
            <a:normAutofit fontScale="55000" lnSpcReduction="20000"/>
          </a:bodyPr>
          <a:lstStyle/>
          <a:p>
            <a:r>
              <a:rPr lang="en-IN" sz="2900" dirty="0">
                <a:latin typeface="Segoe UI Semibold" panose="020B0702040204020203" pitchFamily="34" charset="0"/>
                <a:cs typeface="Segoe UI Semibold" panose="020B0702040204020203" pitchFamily="34" charset="0"/>
              </a:rPr>
              <a:t>Raw Excel Files</a:t>
            </a:r>
          </a:p>
          <a:p>
            <a:r>
              <a:rPr lang="en-IN" sz="2900" dirty="0">
                <a:latin typeface="Segoe UI Semibold" panose="020B0702040204020203" pitchFamily="34" charset="0"/>
                <a:cs typeface="Segoe UI Semibold" panose="020B0702040204020203" pitchFamily="34" charset="0"/>
              </a:rPr>
              <a:t>↓</a:t>
            </a:r>
          </a:p>
          <a:p>
            <a:r>
              <a:rPr lang="en-IN" sz="2900" dirty="0">
                <a:latin typeface="Segoe UI Semibold" panose="020B0702040204020203" pitchFamily="34" charset="0"/>
                <a:cs typeface="Segoe UI Semibold" panose="020B0702040204020203" pitchFamily="34" charset="0"/>
              </a:rPr>
              <a:t>Excel Data Cleaning</a:t>
            </a:r>
          </a:p>
          <a:p>
            <a:r>
              <a:rPr lang="en-IN" sz="2900" dirty="0">
                <a:latin typeface="Segoe UI Semibold" panose="020B0702040204020203" pitchFamily="34" charset="0"/>
                <a:cs typeface="Segoe UI Semibold" panose="020B0702040204020203" pitchFamily="34" charset="0"/>
              </a:rPr>
              <a:t>↓</a:t>
            </a:r>
          </a:p>
          <a:p>
            <a:r>
              <a:rPr lang="en-IN" sz="2900" dirty="0">
                <a:latin typeface="Segoe UI Semibold" panose="020B0702040204020203" pitchFamily="34" charset="0"/>
                <a:cs typeface="Segoe UI Semibold" panose="020B0702040204020203" pitchFamily="34" charset="0"/>
              </a:rPr>
              <a:t>MySQL Data Transformation</a:t>
            </a:r>
          </a:p>
          <a:p>
            <a:r>
              <a:rPr lang="en-IN" sz="2900" dirty="0">
                <a:latin typeface="Segoe UI Semibold" panose="020B0702040204020203" pitchFamily="34" charset="0"/>
                <a:cs typeface="Segoe UI Semibold" panose="020B0702040204020203" pitchFamily="34" charset="0"/>
              </a:rPr>
              <a:t>↓</a:t>
            </a:r>
          </a:p>
          <a:p>
            <a:r>
              <a:rPr lang="en-IN" sz="2900" dirty="0">
                <a:latin typeface="Segoe UI Semibold" panose="020B0702040204020203" pitchFamily="34" charset="0"/>
                <a:cs typeface="Segoe UI Semibold" panose="020B0702040204020203" pitchFamily="34" charset="0"/>
              </a:rPr>
              <a:t>FactSales_Combined Table</a:t>
            </a:r>
          </a:p>
          <a:p>
            <a:r>
              <a:rPr lang="en-IN" sz="2900" dirty="0">
                <a:latin typeface="Segoe UI Semibold" panose="020B0702040204020203" pitchFamily="34" charset="0"/>
                <a:cs typeface="Segoe UI Semibold" panose="020B0702040204020203" pitchFamily="34" charset="0"/>
              </a:rPr>
              <a:t>↓</a:t>
            </a:r>
          </a:p>
          <a:p>
            <a:r>
              <a:rPr lang="en-IN" sz="2900" dirty="0">
                <a:latin typeface="Segoe UI Semibold" panose="020B0702040204020203" pitchFamily="34" charset="0"/>
                <a:cs typeface="Segoe UI Semibold" panose="020B0702040204020203" pitchFamily="34" charset="0"/>
              </a:rPr>
              <a:t>Tableau Dashboard</a:t>
            </a:r>
          </a:p>
          <a:p>
            <a:r>
              <a:rPr lang="en-IN" sz="2900" dirty="0">
                <a:latin typeface="Segoe UI Semibold" panose="020B0702040204020203" pitchFamily="34" charset="0"/>
                <a:cs typeface="Segoe UI Semibold" panose="020B0702040204020203" pitchFamily="34" charset="0"/>
              </a:rPr>
              <a:t>↓</a:t>
            </a:r>
          </a:p>
          <a:p>
            <a:r>
              <a:rPr lang="en-IN" sz="2900" dirty="0">
                <a:latin typeface="Segoe UI Semibold" panose="020B0702040204020203" pitchFamily="34" charset="0"/>
                <a:cs typeface="Segoe UI Semibold" panose="020B0702040204020203" pitchFamily="34" charset="0"/>
              </a:rPr>
              <a:t>Power BI Dashboard</a:t>
            </a:r>
          </a:p>
          <a:p>
            <a:r>
              <a:rPr lang="en-IN" sz="2900" dirty="0">
                <a:latin typeface="Segoe UI Semibold" panose="020B0702040204020203" pitchFamily="34" charset="0"/>
                <a:cs typeface="Segoe UI Semibold" panose="020B0702040204020203" pitchFamily="34" charset="0"/>
              </a:rPr>
              <a:t>↓</a:t>
            </a:r>
          </a:p>
          <a:p>
            <a:r>
              <a:rPr lang="en-IN" sz="2900" dirty="0">
                <a:latin typeface="Segoe UI Semibold" panose="020B0702040204020203" pitchFamily="34" charset="0"/>
                <a:cs typeface="Segoe UI Semibold" panose="020B0702040204020203" pitchFamily="34" charset="0"/>
              </a:rPr>
              <a:t>Business Insights</a:t>
            </a:r>
          </a:p>
          <a:p>
            <a:endParaRPr lang="en-IN" dirty="0"/>
          </a:p>
        </p:txBody>
      </p:sp>
    </p:spTree>
    <p:extLst>
      <p:ext uri="{BB962C8B-B14F-4D97-AF65-F5344CB8AC3E}">
        <p14:creationId xmlns:p14="http://schemas.microsoft.com/office/powerpoint/2010/main" val="1860584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9A850-65E6-ECFC-665B-45357D33172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BFA6AF1-8776-D841-5EE3-64E49BE684EE}"/>
              </a:ext>
            </a:extLst>
          </p:cNvPr>
          <p:cNvSpPr>
            <a:spLocks noGrp="1"/>
          </p:cNvSpPr>
          <p:nvPr>
            <p:ph type="ctrTitle"/>
          </p:nvPr>
        </p:nvSpPr>
        <p:spPr>
          <a:xfrm>
            <a:off x="3632200" y="855133"/>
            <a:ext cx="8534400" cy="558800"/>
          </a:xfrm>
        </p:spPr>
        <p:txBody>
          <a:bodyPr>
            <a:normAutofit/>
          </a:bodyPr>
          <a:lstStyle/>
          <a:p>
            <a:pPr algn="ctr"/>
            <a:r>
              <a:rPr lang="en-IN" sz="2400" dirty="0">
                <a:latin typeface="Segoe UI Semibold" panose="020B0702040204020203" pitchFamily="34" charset="0"/>
                <a:cs typeface="Segoe UI Semibold" panose="020B0702040204020203" pitchFamily="34" charset="0"/>
              </a:rPr>
              <a:t>Excel Implementation</a:t>
            </a:r>
          </a:p>
        </p:txBody>
      </p:sp>
      <p:sp>
        <p:nvSpPr>
          <p:cNvPr id="3" name="Subtitle 2">
            <a:extLst>
              <a:ext uri="{FF2B5EF4-FFF2-40B4-BE49-F238E27FC236}">
                <a16:creationId xmlns:a16="http://schemas.microsoft.com/office/drawing/2014/main" id="{87AE5A5B-A073-1746-4957-B4EF93570233}"/>
              </a:ext>
            </a:extLst>
          </p:cNvPr>
          <p:cNvSpPr>
            <a:spLocks noGrp="1"/>
          </p:cNvSpPr>
          <p:nvPr>
            <p:ph type="subTitle" idx="1"/>
          </p:nvPr>
        </p:nvSpPr>
        <p:spPr>
          <a:xfrm>
            <a:off x="0" y="1811868"/>
            <a:ext cx="3556000" cy="5046132"/>
          </a:xfrm>
        </p:spPr>
        <p:txBody>
          <a:bodyPr>
            <a:normAutofit fontScale="92500"/>
          </a:bodyPr>
          <a:lstStyle/>
          <a:p>
            <a:pPr algn="l"/>
            <a:r>
              <a:rPr lang="en-IN" sz="1900" b="1" dirty="0">
                <a:latin typeface="Segoe UI Semibold" panose="020B0702040204020203" pitchFamily="34" charset="0"/>
                <a:cs typeface="Segoe UI Semibold" panose="020B0702040204020203" pitchFamily="34" charset="0"/>
              </a:rPr>
              <a:t>Activities Performed</a:t>
            </a:r>
          </a:p>
          <a:p>
            <a:pPr marL="342900" indent="-342900" algn="l">
              <a:buFont typeface="Arial" panose="020B0604020202020204" pitchFamily="34" charset="0"/>
              <a:buChar char="•"/>
            </a:pPr>
            <a:r>
              <a:rPr lang="en-IN" sz="1600" dirty="0">
                <a:latin typeface="Segoe UI Semibold" panose="020B0702040204020203" pitchFamily="34" charset="0"/>
                <a:cs typeface="Segoe UI Semibold" panose="020B0702040204020203" pitchFamily="34" charset="0"/>
              </a:rPr>
              <a:t>Combined Fact Internet Sales datasets</a:t>
            </a:r>
          </a:p>
          <a:p>
            <a:pPr marL="342900" indent="-342900" algn="l">
              <a:buFont typeface="Arial" panose="020B0604020202020204" pitchFamily="34" charset="0"/>
              <a:buChar char="•"/>
            </a:pPr>
            <a:r>
              <a:rPr lang="en-IN" sz="1600" dirty="0">
                <a:latin typeface="Segoe UI Semibold" panose="020B0702040204020203" pitchFamily="34" charset="0"/>
                <a:cs typeface="Segoe UI Semibold" panose="020B0702040204020203" pitchFamily="34" charset="0"/>
              </a:rPr>
              <a:t>Performed Product and Customer lookups</a:t>
            </a:r>
          </a:p>
          <a:p>
            <a:pPr marL="342900" indent="-342900" algn="l">
              <a:buFont typeface="Arial" panose="020B0604020202020204" pitchFamily="34" charset="0"/>
              <a:buChar char="•"/>
            </a:pPr>
            <a:r>
              <a:rPr lang="en-IN" sz="1600" dirty="0">
                <a:latin typeface="Segoe UI Semibold" panose="020B0702040204020203" pitchFamily="34" charset="0"/>
                <a:cs typeface="Segoe UI Semibold" panose="020B0702040204020203" pitchFamily="34" charset="0"/>
              </a:rPr>
              <a:t>Created calculated columns</a:t>
            </a:r>
          </a:p>
          <a:p>
            <a:pPr marL="342900" indent="-342900" algn="l">
              <a:buFont typeface="Arial" panose="020B0604020202020204" pitchFamily="34" charset="0"/>
              <a:buChar char="•"/>
            </a:pPr>
            <a:r>
              <a:rPr lang="en-IN" sz="1600" dirty="0">
                <a:latin typeface="Segoe UI Semibold" panose="020B0702040204020203" pitchFamily="34" charset="0"/>
                <a:cs typeface="Segoe UI Semibold" panose="020B0702040204020203" pitchFamily="34" charset="0"/>
              </a:rPr>
              <a:t>Cleaned missing values</a:t>
            </a:r>
          </a:p>
          <a:p>
            <a:pPr marL="342900" indent="-342900" algn="l">
              <a:buFont typeface="Arial" panose="020B0604020202020204" pitchFamily="34" charset="0"/>
              <a:buChar char="•"/>
            </a:pPr>
            <a:r>
              <a:rPr lang="en-IN" sz="1600" dirty="0">
                <a:latin typeface="Segoe UI Semibold" panose="020B0702040204020203" pitchFamily="34" charset="0"/>
                <a:cs typeface="Segoe UI Semibold" panose="020B0702040204020203" pitchFamily="34" charset="0"/>
              </a:rPr>
              <a:t>Created Pivot Tables</a:t>
            </a:r>
          </a:p>
          <a:p>
            <a:pPr marL="342900" indent="-342900" algn="l">
              <a:buFont typeface="Arial" panose="020B0604020202020204" pitchFamily="34" charset="0"/>
              <a:buChar char="•"/>
            </a:pPr>
            <a:r>
              <a:rPr lang="en-IN" sz="1600" dirty="0">
                <a:latin typeface="Segoe UI Semibold" panose="020B0702040204020203" pitchFamily="34" charset="0"/>
                <a:cs typeface="Segoe UI Semibold" panose="020B0702040204020203" pitchFamily="34" charset="0"/>
              </a:rPr>
              <a:t>Built interactive dashboards</a:t>
            </a:r>
          </a:p>
          <a:p>
            <a:pPr algn="l"/>
            <a:endParaRPr lang="en-IN" sz="1900" b="1" dirty="0">
              <a:latin typeface="Segoe UI Semibold" panose="020B0702040204020203" pitchFamily="34" charset="0"/>
              <a:cs typeface="Segoe UI Semibold" panose="020B0702040204020203" pitchFamily="34" charset="0"/>
            </a:endParaRPr>
          </a:p>
          <a:p>
            <a:pPr algn="l"/>
            <a:r>
              <a:rPr lang="en-IN" sz="1900" b="1" dirty="0">
                <a:latin typeface="Segoe UI Semibold" panose="020B0702040204020203" pitchFamily="34" charset="0"/>
                <a:cs typeface="Segoe UI Semibold" panose="020B0702040204020203" pitchFamily="34" charset="0"/>
              </a:rPr>
              <a:t>Dashboards</a:t>
            </a:r>
          </a:p>
          <a:p>
            <a:pPr marL="342900" indent="-342900" algn="l">
              <a:buFont typeface="Arial" panose="020B0604020202020204" pitchFamily="34" charset="0"/>
              <a:buChar char="•"/>
            </a:pPr>
            <a:r>
              <a:rPr lang="en-IN" sz="1700" dirty="0">
                <a:latin typeface="Segoe UI Semibold" panose="020B0702040204020203" pitchFamily="34" charset="0"/>
                <a:cs typeface="Segoe UI Semibold" panose="020B0702040204020203" pitchFamily="34" charset="0"/>
              </a:rPr>
              <a:t>Sales Report</a:t>
            </a:r>
          </a:p>
          <a:p>
            <a:pPr marL="342900" indent="-342900" algn="l">
              <a:buFont typeface="Arial" panose="020B0604020202020204" pitchFamily="34" charset="0"/>
              <a:buChar char="•"/>
            </a:pPr>
            <a:r>
              <a:rPr lang="en-IN" sz="1700" dirty="0">
                <a:latin typeface="Segoe UI Semibold" panose="020B0702040204020203" pitchFamily="34" charset="0"/>
                <a:cs typeface="Segoe UI Semibold" panose="020B0702040204020203" pitchFamily="34" charset="0"/>
              </a:rPr>
              <a:t>Regional Report</a:t>
            </a:r>
          </a:p>
          <a:p>
            <a:pPr marL="342900" indent="-342900" algn="l">
              <a:buFont typeface="Arial" panose="020B0604020202020204" pitchFamily="34" charset="0"/>
              <a:buChar char="•"/>
            </a:pPr>
            <a:r>
              <a:rPr lang="en-IN" sz="1700" dirty="0">
                <a:latin typeface="Segoe UI Semibold" panose="020B0702040204020203" pitchFamily="34" charset="0"/>
                <a:cs typeface="Segoe UI Semibold" panose="020B0702040204020203" pitchFamily="34" charset="0"/>
              </a:rPr>
              <a:t>Sales vs Production Cost</a:t>
            </a:r>
          </a:p>
          <a:p>
            <a:endParaRPr lang="en-IN" dirty="0"/>
          </a:p>
        </p:txBody>
      </p:sp>
      <p:pic>
        <p:nvPicPr>
          <p:cNvPr id="7" name="Picture 6">
            <a:extLst>
              <a:ext uri="{FF2B5EF4-FFF2-40B4-BE49-F238E27FC236}">
                <a16:creationId xmlns:a16="http://schemas.microsoft.com/office/drawing/2014/main" id="{AF347F7F-1734-E431-4213-66977A5691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8400" y="1811869"/>
            <a:ext cx="3716867" cy="2336798"/>
          </a:xfrm>
          <a:prstGeom prst="rect">
            <a:avLst/>
          </a:prstGeom>
        </p:spPr>
      </p:pic>
      <p:pic>
        <p:nvPicPr>
          <p:cNvPr id="9" name="Picture 8">
            <a:extLst>
              <a:ext uri="{FF2B5EF4-FFF2-40B4-BE49-F238E27FC236}">
                <a16:creationId xmlns:a16="http://schemas.microsoft.com/office/drawing/2014/main" id="{ECFD0BBF-54EE-B225-EAC5-458820FB70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8400" y="4262319"/>
            <a:ext cx="3716867" cy="2460213"/>
          </a:xfrm>
          <a:prstGeom prst="rect">
            <a:avLst/>
          </a:prstGeom>
        </p:spPr>
      </p:pic>
      <p:pic>
        <p:nvPicPr>
          <p:cNvPr id="11" name="Picture 10">
            <a:extLst>
              <a:ext uri="{FF2B5EF4-FFF2-40B4-BE49-F238E27FC236}">
                <a16:creationId xmlns:a16="http://schemas.microsoft.com/office/drawing/2014/main" id="{3FBC94D6-D1FF-2A29-A707-FD4D3F6B1E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3001" y="1811868"/>
            <a:ext cx="4699002" cy="2336798"/>
          </a:xfrm>
          <a:prstGeom prst="rect">
            <a:avLst/>
          </a:prstGeom>
        </p:spPr>
      </p:pic>
      <p:pic>
        <p:nvPicPr>
          <p:cNvPr id="13" name="Picture 12">
            <a:extLst>
              <a:ext uri="{FF2B5EF4-FFF2-40B4-BE49-F238E27FC236}">
                <a16:creationId xmlns:a16="http://schemas.microsoft.com/office/drawing/2014/main" id="{CFF1BCDD-D0AD-DF05-3772-296488AA4C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93000" y="4262317"/>
            <a:ext cx="4699002" cy="2460213"/>
          </a:xfrm>
          <a:prstGeom prst="rect">
            <a:avLst/>
          </a:prstGeom>
        </p:spPr>
      </p:pic>
      <p:pic>
        <p:nvPicPr>
          <p:cNvPr id="4" name="Picture 3">
            <a:extLst>
              <a:ext uri="{FF2B5EF4-FFF2-40B4-BE49-F238E27FC236}">
                <a16:creationId xmlns:a16="http://schemas.microsoft.com/office/drawing/2014/main" id="{86BB22C8-8F3E-DACF-38D3-5B72168B22A7}"/>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25400" y="0"/>
            <a:ext cx="2666667" cy="1524000"/>
          </a:xfrm>
          <a:prstGeom prst="rect">
            <a:avLst/>
          </a:prstGeom>
        </p:spPr>
      </p:pic>
    </p:spTree>
    <p:extLst>
      <p:ext uri="{BB962C8B-B14F-4D97-AF65-F5344CB8AC3E}">
        <p14:creationId xmlns:p14="http://schemas.microsoft.com/office/powerpoint/2010/main" val="1859533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6C976-E8B0-9D53-ABFF-CF6AA44A531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1F7AE0B-B343-0DCB-E3AC-35E8F70FC6FB}"/>
              </a:ext>
            </a:extLst>
          </p:cNvPr>
          <p:cNvSpPr>
            <a:spLocks noGrp="1"/>
          </p:cNvSpPr>
          <p:nvPr>
            <p:ph type="ctrTitle"/>
          </p:nvPr>
        </p:nvSpPr>
        <p:spPr>
          <a:xfrm>
            <a:off x="4241800" y="1122363"/>
            <a:ext cx="7950200" cy="520169"/>
          </a:xfrm>
        </p:spPr>
        <p:txBody>
          <a:bodyPr>
            <a:normAutofit/>
          </a:bodyPr>
          <a:lstStyle/>
          <a:p>
            <a:pPr algn="ctr"/>
            <a:r>
              <a:rPr lang="en-IN" sz="2400" dirty="0">
                <a:latin typeface="Segoe UI Semibold" panose="020B0702040204020203" pitchFamily="34" charset="0"/>
                <a:cs typeface="Segoe UI Semibold" panose="020B0702040204020203" pitchFamily="34" charset="0"/>
              </a:rPr>
              <a:t>Excel Dashboard Analysis</a:t>
            </a:r>
          </a:p>
        </p:txBody>
      </p:sp>
      <p:sp>
        <p:nvSpPr>
          <p:cNvPr id="3" name="Subtitle 2">
            <a:extLst>
              <a:ext uri="{FF2B5EF4-FFF2-40B4-BE49-F238E27FC236}">
                <a16:creationId xmlns:a16="http://schemas.microsoft.com/office/drawing/2014/main" id="{A5074625-F901-085B-4234-43B1B7EA1F78}"/>
              </a:ext>
            </a:extLst>
          </p:cNvPr>
          <p:cNvSpPr>
            <a:spLocks noGrp="1"/>
          </p:cNvSpPr>
          <p:nvPr>
            <p:ph type="subTitle" idx="1"/>
          </p:nvPr>
        </p:nvSpPr>
        <p:spPr>
          <a:xfrm>
            <a:off x="0" y="2125133"/>
            <a:ext cx="4097867" cy="4563534"/>
          </a:xfrm>
        </p:spPr>
        <p:txBody>
          <a:bodyPr/>
          <a:lstStyle/>
          <a:p>
            <a:pPr algn="l"/>
            <a:r>
              <a:rPr lang="en-IN" sz="1800" b="1" dirty="0">
                <a:latin typeface="Segoe UI Semibold" panose="020B0702040204020203" pitchFamily="34" charset="0"/>
                <a:cs typeface="Segoe UI Semibold" panose="020B0702040204020203" pitchFamily="34" charset="0"/>
              </a:rPr>
              <a:t>Key Insights</a:t>
            </a:r>
          </a:p>
          <a:p>
            <a:pPr marL="342900" indent="-342900" algn="l">
              <a:buFont typeface="Arial" panose="020B0604020202020204" pitchFamily="34" charset="0"/>
              <a:buChar char="•"/>
            </a:pPr>
            <a:r>
              <a:rPr lang="en-IN" sz="1600" dirty="0">
                <a:latin typeface="Segoe UI Semibold" panose="020B0702040204020203" pitchFamily="34" charset="0"/>
                <a:cs typeface="Segoe UI Semibold" panose="020B0702040204020203" pitchFamily="34" charset="0"/>
              </a:rPr>
              <a:t>Australia generated the highest sales.</a:t>
            </a:r>
          </a:p>
          <a:p>
            <a:pPr marL="342900" indent="-342900" algn="l">
              <a:buFont typeface="Arial" panose="020B0604020202020204" pitchFamily="34" charset="0"/>
              <a:buChar char="•"/>
            </a:pPr>
            <a:r>
              <a:rPr lang="en-IN" sz="1600" dirty="0">
                <a:latin typeface="Segoe UI Semibold" panose="020B0702040204020203" pitchFamily="34" charset="0"/>
                <a:cs typeface="Segoe UI Semibold" panose="020B0702040204020203" pitchFamily="34" charset="0"/>
              </a:rPr>
              <a:t>Sales increased significantly during 2013.</a:t>
            </a:r>
          </a:p>
          <a:p>
            <a:pPr marL="342900" indent="-342900" algn="l">
              <a:buFont typeface="Arial" panose="020B0604020202020204" pitchFamily="34" charset="0"/>
              <a:buChar char="•"/>
            </a:pPr>
            <a:r>
              <a:rPr lang="en-IN" sz="1600" dirty="0">
                <a:latin typeface="Segoe UI Semibold" panose="020B0702040204020203" pitchFamily="34" charset="0"/>
                <a:cs typeface="Segoe UI Semibold" panose="020B0702040204020203" pitchFamily="34" charset="0"/>
              </a:rPr>
              <a:t>Quarterly analysis helped identify seasonal sales trends.</a:t>
            </a:r>
          </a:p>
          <a:p>
            <a:pPr marL="342900" indent="-342900" algn="l">
              <a:buFont typeface="Arial" panose="020B0604020202020204" pitchFamily="34" charset="0"/>
              <a:buChar char="•"/>
            </a:pPr>
            <a:r>
              <a:rPr lang="en-IN" sz="1600" dirty="0">
                <a:latin typeface="Segoe UI Semibold" panose="020B0702040204020203" pitchFamily="34" charset="0"/>
                <a:cs typeface="Segoe UI Semibold" panose="020B0702040204020203" pitchFamily="34" charset="0"/>
              </a:rPr>
              <a:t>Regional dashboards highlighted the contribution of each sales territory.</a:t>
            </a:r>
          </a:p>
          <a:p>
            <a:endParaRPr lang="en-IN" dirty="0"/>
          </a:p>
        </p:txBody>
      </p:sp>
      <p:pic>
        <p:nvPicPr>
          <p:cNvPr id="7" name="Picture 6">
            <a:extLst>
              <a:ext uri="{FF2B5EF4-FFF2-40B4-BE49-F238E27FC236}">
                <a16:creationId xmlns:a16="http://schemas.microsoft.com/office/drawing/2014/main" id="{B549F2EA-645F-7D06-9B9A-0B0FB89A16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1067" y="2125133"/>
            <a:ext cx="7806266" cy="3852334"/>
          </a:xfrm>
          <a:prstGeom prst="rect">
            <a:avLst/>
          </a:prstGeom>
        </p:spPr>
      </p:pic>
      <p:pic>
        <p:nvPicPr>
          <p:cNvPr id="4" name="Picture 3">
            <a:extLst>
              <a:ext uri="{FF2B5EF4-FFF2-40B4-BE49-F238E27FC236}">
                <a16:creationId xmlns:a16="http://schemas.microsoft.com/office/drawing/2014/main" id="{3AA4599E-6E17-C61C-2669-AABFD1390F7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5400" y="0"/>
            <a:ext cx="2666667" cy="1524000"/>
          </a:xfrm>
          <a:prstGeom prst="rect">
            <a:avLst/>
          </a:prstGeom>
        </p:spPr>
      </p:pic>
    </p:spTree>
    <p:extLst>
      <p:ext uri="{BB962C8B-B14F-4D97-AF65-F5344CB8AC3E}">
        <p14:creationId xmlns:p14="http://schemas.microsoft.com/office/powerpoint/2010/main" val="1024528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559B0-AFC4-8065-63C8-ADE9DE1A1BA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7C9B582-B30C-178A-36C4-B0CD834ECA70}"/>
              </a:ext>
            </a:extLst>
          </p:cNvPr>
          <p:cNvSpPr>
            <a:spLocks noGrp="1"/>
          </p:cNvSpPr>
          <p:nvPr>
            <p:ph type="ctrTitle"/>
          </p:nvPr>
        </p:nvSpPr>
        <p:spPr>
          <a:xfrm>
            <a:off x="4216400" y="956734"/>
            <a:ext cx="7975600" cy="524933"/>
          </a:xfrm>
        </p:spPr>
        <p:txBody>
          <a:bodyPr>
            <a:normAutofit/>
          </a:bodyPr>
          <a:lstStyle/>
          <a:p>
            <a:pPr algn="ctr"/>
            <a:r>
              <a:rPr lang="en-IN" sz="2400" dirty="0">
                <a:latin typeface="Segoe UI Semibold" panose="020B0702040204020203" pitchFamily="34" charset="0"/>
                <a:cs typeface="Segoe UI Semibold" panose="020B0702040204020203" pitchFamily="34" charset="0"/>
              </a:rPr>
              <a:t>MySQL Implementation</a:t>
            </a:r>
          </a:p>
        </p:txBody>
      </p:sp>
      <p:sp>
        <p:nvSpPr>
          <p:cNvPr id="3" name="Subtitle 2">
            <a:extLst>
              <a:ext uri="{FF2B5EF4-FFF2-40B4-BE49-F238E27FC236}">
                <a16:creationId xmlns:a16="http://schemas.microsoft.com/office/drawing/2014/main" id="{B040F2EE-8944-04F7-746B-9E40DA74745F}"/>
              </a:ext>
            </a:extLst>
          </p:cNvPr>
          <p:cNvSpPr>
            <a:spLocks noGrp="1"/>
          </p:cNvSpPr>
          <p:nvPr>
            <p:ph type="subTitle" idx="1"/>
          </p:nvPr>
        </p:nvSpPr>
        <p:spPr>
          <a:xfrm>
            <a:off x="1" y="1718733"/>
            <a:ext cx="4021666" cy="5139267"/>
          </a:xfrm>
        </p:spPr>
        <p:txBody>
          <a:bodyPr>
            <a:normAutofit fontScale="25000" lnSpcReduction="20000"/>
          </a:bodyPr>
          <a:lstStyle/>
          <a:p>
            <a:pPr algn="l"/>
            <a:r>
              <a:rPr lang="en-IN" sz="7200" b="1" dirty="0">
                <a:latin typeface="Segoe UI Semibold" panose="020B0702040204020203" pitchFamily="34" charset="0"/>
                <a:cs typeface="Segoe UI Semibold" panose="020B0702040204020203" pitchFamily="34" charset="0"/>
              </a:rPr>
              <a:t>SQL Operations</a:t>
            </a:r>
          </a:p>
          <a:p>
            <a:pPr marL="342900" indent="-342900" algn="l">
              <a:buFont typeface="Arial" panose="020B0604020202020204" pitchFamily="34" charset="0"/>
              <a:buChar char="•"/>
            </a:pPr>
            <a:r>
              <a:rPr lang="en-IN" sz="5600" dirty="0">
                <a:latin typeface="Segoe UI Semibold" panose="020B0702040204020203" pitchFamily="34" charset="0"/>
                <a:cs typeface="Segoe UI Semibold" panose="020B0702040204020203" pitchFamily="34" charset="0"/>
              </a:rPr>
              <a:t>Imported Adventure Works datasets</a:t>
            </a:r>
          </a:p>
          <a:p>
            <a:pPr marL="342900" indent="-342900" algn="l">
              <a:buFont typeface="Arial" panose="020B0604020202020204" pitchFamily="34" charset="0"/>
              <a:buChar char="•"/>
            </a:pPr>
            <a:r>
              <a:rPr lang="en-IN" sz="5600" dirty="0">
                <a:latin typeface="Segoe UI Semibold" panose="020B0702040204020203" pitchFamily="34" charset="0"/>
                <a:cs typeface="Segoe UI Semibold" panose="020B0702040204020203" pitchFamily="34" charset="0"/>
              </a:rPr>
              <a:t>Combined FactInternetSales and Fact_Internet_Sales_New</a:t>
            </a:r>
          </a:p>
          <a:p>
            <a:pPr marL="342900" indent="-342900" algn="l">
              <a:buFont typeface="Arial" panose="020B0604020202020204" pitchFamily="34" charset="0"/>
              <a:buChar char="•"/>
            </a:pPr>
            <a:r>
              <a:rPr lang="en-IN" sz="5600" dirty="0">
                <a:latin typeface="Segoe UI Semibold" panose="020B0702040204020203" pitchFamily="34" charset="0"/>
                <a:cs typeface="Segoe UI Semibold" panose="020B0702040204020203" pitchFamily="34" charset="0"/>
              </a:rPr>
              <a:t>Created FactSales_Combined table</a:t>
            </a:r>
          </a:p>
          <a:p>
            <a:pPr marL="342900" indent="-342900" algn="l">
              <a:buFont typeface="Arial" panose="020B0604020202020204" pitchFamily="34" charset="0"/>
              <a:buChar char="•"/>
            </a:pPr>
            <a:r>
              <a:rPr lang="en-IN" sz="5600" dirty="0">
                <a:latin typeface="Segoe UI Semibold" panose="020B0702040204020203" pitchFamily="34" charset="0"/>
                <a:cs typeface="Segoe UI Semibold" panose="020B0702040204020203" pitchFamily="34" charset="0"/>
              </a:rPr>
              <a:t>Added Product Name and Customer Name</a:t>
            </a:r>
          </a:p>
          <a:p>
            <a:pPr marL="342900" indent="-342900" algn="l">
              <a:buFont typeface="Arial" panose="020B0604020202020204" pitchFamily="34" charset="0"/>
              <a:buChar char="•"/>
            </a:pPr>
            <a:r>
              <a:rPr lang="en-IN" sz="5600" dirty="0">
                <a:latin typeface="Segoe UI Semibold" panose="020B0702040204020203" pitchFamily="34" charset="0"/>
                <a:cs typeface="Segoe UI Semibold" panose="020B0702040204020203" pitchFamily="34" charset="0"/>
              </a:rPr>
              <a:t>Converted OrderDateKey to Date</a:t>
            </a:r>
          </a:p>
          <a:p>
            <a:pPr marL="342900" indent="-342900" algn="l">
              <a:buFont typeface="Arial" panose="020B0604020202020204" pitchFamily="34" charset="0"/>
              <a:buChar char="•"/>
            </a:pPr>
            <a:r>
              <a:rPr lang="en-IN" sz="5600" dirty="0">
                <a:latin typeface="Segoe UI Semibold" panose="020B0702040204020203" pitchFamily="34" charset="0"/>
                <a:cs typeface="Segoe UI Semibold" panose="020B0702040204020203" pitchFamily="34" charset="0"/>
              </a:rPr>
              <a:t>Created:</a:t>
            </a:r>
          </a:p>
          <a:p>
            <a:pPr marL="914400" lvl="1" indent="-457200" algn="l">
              <a:buFont typeface="+mj-lt"/>
              <a:buAutoNum type="arabicPeriod"/>
            </a:pPr>
            <a:r>
              <a:rPr lang="en-IN" sz="5600" dirty="0">
                <a:latin typeface="Segoe UI Semibold" panose="020B0702040204020203" pitchFamily="34" charset="0"/>
                <a:cs typeface="Segoe UI Semibold" panose="020B0702040204020203" pitchFamily="34" charset="0"/>
              </a:rPr>
              <a:t>Year</a:t>
            </a:r>
          </a:p>
          <a:p>
            <a:pPr marL="914400" lvl="1" indent="-457200" algn="l">
              <a:buFont typeface="+mj-lt"/>
              <a:buAutoNum type="arabicPeriod"/>
            </a:pPr>
            <a:r>
              <a:rPr lang="en-IN" sz="5600" dirty="0">
                <a:latin typeface="Segoe UI Semibold" panose="020B0702040204020203" pitchFamily="34" charset="0"/>
                <a:cs typeface="Segoe UI Semibold" panose="020B0702040204020203" pitchFamily="34" charset="0"/>
              </a:rPr>
              <a:t>Month</a:t>
            </a:r>
          </a:p>
          <a:p>
            <a:pPr marL="914400" lvl="1" indent="-457200" algn="l">
              <a:buFont typeface="+mj-lt"/>
              <a:buAutoNum type="arabicPeriod"/>
            </a:pPr>
            <a:r>
              <a:rPr lang="en-IN" sz="5600" dirty="0">
                <a:latin typeface="Segoe UI Semibold" panose="020B0702040204020203" pitchFamily="34" charset="0"/>
                <a:cs typeface="Segoe UI Semibold" panose="020B0702040204020203" pitchFamily="34" charset="0"/>
              </a:rPr>
              <a:t>Month Name</a:t>
            </a:r>
          </a:p>
          <a:p>
            <a:pPr marL="914400" lvl="1" indent="-457200" algn="l">
              <a:buFont typeface="+mj-lt"/>
              <a:buAutoNum type="arabicPeriod"/>
            </a:pPr>
            <a:r>
              <a:rPr lang="en-IN" sz="5600" dirty="0">
                <a:latin typeface="Segoe UI Semibold" panose="020B0702040204020203" pitchFamily="34" charset="0"/>
                <a:cs typeface="Segoe UI Semibold" panose="020B0702040204020203" pitchFamily="34" charset="0"/>
              </a:rPr>
              <a:t>Quarter</a:t>
            </a:r>
          </a:p>
          <a:p>
            <a:pPr marL="914400" lvl="1" indent="-457200" algn="l">
              <a:buFont typeface="+mj-lt"/>
              <a:buAutoNum type="arabicPeriod"/>
            </a:pPr>
            <a:r>
              <a:rPr lang="en-IN" sz="5600" dirty="0">
                <a:latin typeface="Segoe UI Semibold" panose="020B0702040204020203" pitchFamily="34" charset="0"/>
                <a:cs typeface="Segoe UI Semibold" panose="020B0702040204020203" pitchFamily="34" charset="0"/>
              </a:rPr>
              <a:t>Financial Month</a:t>
            </a:r>
          </a:p>
          <a:p>
            <a:pPr marL="914400" lvl="1" indent="-457200" algn="l">
              <a:buFont typeface="+mj-lt"/>
              <a:buAutoNum type="arabicPeriod"/>
            </a:pPr>
            <a:r>
              <a:rPr lang="en-IN" sz="5600" dirty="0">
                <a:latin typeface="Segoe UI Semibold" panose="020B0702040204020203" pitchFamily="34" charset="0"/>
                <a:cs typeface="Segoe UI Semibold" panose="020B0702040204020203" pitchFamily="34" charset="0"/>
              </a:rPr>
              <a:t>Financial Quarter</a:t>
            </a:r>
          </a:p>
          <a:p>
            <a:pPr marL="342900" indent="-342900" algn="l">
              <a:buFont typeface="Arial" panose="020B0604020202020204" pitchFamily="34" charset="0"/>
              <a:buChar char="•"/>
            </a:pPr>
            <a:r>
              <a:rPr lang="en-IN" sz="5600" dirty="0">
                <a:latin typeface="Segoe UI Semibold" panose="020B0702040204020203" pitchFamily="34" charset="0"/>
                <a:cs typeface="Segoe UI Semibold" panose="020B0702040204020203" pitchFamily="34" charset="0"/>
              </a:rPr>
              <a:t>Verified Sales Amount</a:t>
            </a:r>
          </a:p>
          <a:p>
            <a:pPr marL="342900" indent="-342900" algn="l">
              <a:buFont typeface="Arial" panose="020B0604020202020204" pitchFamily="34" charset="0"/>
              <a:buChar char="•"/>
            </a:pPr>
            <a:r>
              <a:rPr lang="en-IN" sz="5600" dirty="0">
                <a:latin typeface="Segoe UI Semibold" panose="020B0702040204020203" pitchFamily="34" charset="0"/>
                <a:cs typeface="Segoe UI Semibold" panose="020B0702040204020203" pitchFamily="34" charset="0"/>
              </a:rPr>
              <a:t>Verified Production Cost</a:t>
            </a:r>
          </a:p>
          <a:p>
            <a:pPr marL="342900" indent="-342900" algn="l">
              <a:buFont typeface="Arial" panose="020B0604020202020204" pitchFamily="34" charset="0"/>
              <a:buChar char="•"/>
            </a:pPr>
            <a:r>
              <a:rPr lang="en-IN" sz="5600" dirty="0">
                <a:latin typeface="Segoe UI Semibold" panose="020B0702040204020203" pitchFamily="34" charset="0"/>
                <a:cs typeface="Segoe UI Semibold" panose="020B0702040204020203" pitchFamily="34" charset="0"/>
              </a:rPr>
              <a:t>Calculated Profit</a:t>
            </a:r>
          </a:p>
          <a:p>
            <a:endParaRPr lang="en-IN" dirty="0"/>
          </a:p>
        </p:txBody>
      </p:sp>
      <p:pic>
        <p:nvPicPr>
          <p:cNvPr id="4" name="Picture 3">
            <a:extLst>
              <a:ext uri="{FF2B5EF4-FFF2-40B4-BE49-F238E27FC236}">
                <a16:creationId xmlns:a16="http://schemas.microsoft.com/office/drawing/2014/main" id="{46158500-D8FB-66A3-CFAC-D34DC6D3B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0933" y="1839620"/>
            <a:ext cx="4233334" cy="4891380"/>
          </a:xfrm>
          <a:prstGeom prst="rect">
            <a:avLst/>
          </a:prstGeom>
        </p:spPr>
      </p:pic>
      <p:pic>
        <p:nvPicPr>
          <p:cNvPr id="6" name="Picture 5">
            <a:extLst>
              <a:ext uri="{FF2B5EF4-FFF2-40B4-BE49-F238E27FC236}">
                <a16:creationId xmlns:a16="http://schemas.microsoft.com/office/drawing/2014/main" id="{9729A9D8-EACE-AB4B-B2FB-E7BCFE8F783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0"/>
            <a:ext cx="2190750" cy="914400"/>
          </a:xfrm>
          <a:prstGeom prst="rect">
            <a:avLst/>
          </a:prstGeom>
        </p:spPr>
      </p:pic>
      <p:pic>
        <p:nvPicPr>
          <p:cNvPr id="7" name="Picture 6">
            <a:extLst>
              <a:ext uri="{FF2B5EF4-FFF2-40B4-BE49-F238E27FC236}">
                <a16:creationId xmlns:a16="http://schemas.microsoft.com/office/drawing/2014/main" id="{1CF01979-5B87-2A23-10B6-386837AAFE2A}"/>
              </a:ext>
            </a:extLst>
          </p:cNvPr>
          <p:cNvPicPr>
            <a:picLocks noChangeAspect="1"/>
          </p:cNvPicPr>
          <p:nvPr/>
        </p:nvPicPr>
        <p:blipFill>
          <a:blip r:embed="rId5"/>
          <a:stretch>
            <a:fillRect/>
          </a:stretch>
        </p:blipFill>
        <p:spPr>
          <a:xfrm>
            <a:off x="6092189" y="3425189"/>
            <a:ext cx="7621" cy="7621"/>
          </a:xfrm>
          <a:prstGeom prst="rect">
            <a:avLst/>
          </a:prstGeom>
        </p:spPr>
      </p:pic>
      <p:pic>
        <p:nvPicPr>
          <p:cNvPr id="9" name="Picture 8">
            <a:extLst>
              <a:ext uri="{FF2B5EF4-FFF2-40B4-BE49-F238E27FC236}">
                <a16:creationId xmlns:a16="http://schemas.microsoft.com/office/drawing/2014/main" id="{A7B5BF10-9599-1205-E8BF-02BC9CAC348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01068" y="1839620"/>
            <a:ext cx="3420531" cy="2104248"/>
          </a:xfrm>
          <a:prstGeom prst="rect">
            <a:avLst/>
          </a:prstGeom>
        </p:spPr>
      </p:pic>
      <p:pic>
        <p:nvPicPr>
          <p:cNvPr id="11" name="Picture 10">
            <a:extLst>
              <a:ext uri="{FF2B5EF4-FFF2-40B4-BE49-F238E27FC236}">
                <a16:creationId xmlns:a16="http://schemas.microsoft.com/office/drawing/2014/main" id="{AB0D6AC9-26A9-90E9-40C6-35084805ED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01068" y="4086631"/>
            <a:ext cx="3485066" cy="2644369"/>
          </a:xfrm>
          <a:prstGeom prst="rect">
            <a:avLst/>
          </a:prstGeom>
        </p:spPr>
      </p:pic>
    </p:spTree>
    <p:extLst>
      <p:ext uri="{BB962C8B-B14F-4D97-AF65-F5344CB8AC3E}">
        <p14:creationId xmlns:p14="http://schemas.microsoft.com/office/powerpoint/2010/main" val="1731499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BABCE-D810-85E8-A73A-22839A37F07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1CE92C-B1B5-7FF3-D7A3-51839B397244}"/>
              </a:ext>
            </a:extLst>
          </p:cNvPr>
          <p:cNvSpPr>
            <a:spLocks noGrp="1"/>
          </p:cNvSpPr>
          <p:nvPr>
            <p:ph type="ctrTitle"/>
          </p:nvPr>
        </p:nvSpPr>
        <p:spPr>
          <a:xfrm>
            <a:off x="1524000" y="821268"/>
            <a:ext cx="9144000" cy="541866"/>
          </a:xfrm>
        </p:spPr>
        <p:txBody>
          <a:bodyPr>
            <a:normAutofit/>
          </a:bodyPr>
          <a:lstStyle/>
          <a:p>
            <a:pPr algn="ctr"/>
            <a:r>
              <a:rPr lang="en-IN" sz="2400" dirty="0">
                <a:latin typeface="Segoe UI Semibold" panose="020B0702040204020203" pitchFamily="34" charset="0"/>
                <a:cs typeface="Segoe UI Semibold" panose="020B0702040204020203" pitchFamily="34" charset="0"/>
              </a:rPr>
              <a:t>SQL Query Highlights</a:t>
            </a:r>
          </a:p>
        </p:txBody>
      </p:sp>
      <p:sp>
        <p:nvSpPr>
          <p:cNvPr id="3" name="Subtitle 2">
            <a:extLst>
              <a:ext uri="{FF2B5EF4-FFF2-40B4-BE49-F238E27FC236}">
                <a16:creationId xmlns:a16="http://schemas.microsoft.com/office/drawing/2014/main" id="{C02EFD6A-6626-793D-544A-A8C858CB361D}"/>
              </a:ext>
            </a:extLst>
          </p:cNvPr>
          <p:cNvSpPr>
            <a:spLocks noGrp="1"/>
          </p:cNvSpPr>
          <p:nvPr>
            <p:ph type="subTitle" idx="1"/>
          </p:nvPr>
        </p:nvSpPr>
        <p:spPr>
          <a:xfrm>
            <a:off x="0" y="1938868"/>
            <a:ext cx="3429000" cy="4919132"/>
          </a:xfrm>
        </p:spPr>
        <p:txBody>
          <a:bodyPr/>
          <a:lstStyle/>
          <a:p>
            <a:pPr algn="l"/>
            <a:r>
              <a:rPr lang="en-IN" sz="1800" b="1" dirty="0">
                <a:latin typeface="Segoe UI Semibold" panose="020B0702040204020203" pitchFamily="34" charset="0"/>
                <a:cs typeface="Segoe UI Semibold" panose="020B0702040204020203" pitchFamily="34" charset="0"/>
              </a:rPr>
              <a:t>Sample SQL Operations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UNION of sales tables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JOIN operations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UPDATE statements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Profit calculation</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Financial Quarter calculation</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Data verification using SELECT queries</a:t>
            </a:r>
          </a:p>
          <a:p>
            <a:pPr algn="l"/>
            <a:r>
              <a:rPr lang="en-IN" sz="1800" b="1" dirty="0">
                <a:latin typeface="Segoe UI Semibold" panose="020B0702040204020203" pitchFamily="34" charset="0"/>
                <a:cs typeface="Segoe UI Semibold" panose="020B0702040204020203" pitchFamily="34" charset="0"/>
              </a:rPr>
              <a:t>Outcome</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Prepared an analytics-ready dataset for visualization.</a:t>
            </a:r>
          </a:p>
          <a:p>
            <a:endParaRPr lang="en-IN" dirty="0"/>
          </a:p>
        </p:txBody>
      </p:sp>
      <p:pic>
        <p:nvPicPr>
          <p:cNvPr id="7" name="Picture 6">
            <a:extLst>
              <a:ext uri="{FF2B5EF4-FFF2-40B4-BE49-F238E27FC236}">
                <a16:creationId xmlns:a16="http://schemas.microsoft.com/office/drawing/2014/main" id="{3885AFCB-93D2-622E-2B35-EC27779CC4DE}"/>
              </a:ext>
            </a:extLst>
          </p:cNvPr>
          <p:cNvPicPr>
            <a:picLocks noChangeAspect="1"/>
          </p:cNvPicPr>
          <p:nvPr/>
        </p:nvPicPr>
        <p:blipFill>
          <a:blip r:embed="rId2"/>
          <a:stretch>
            <a:fillRect/>
          </a:stretch>
        </p:blipFill>
        <p:spPr>
          <a:xfrm>
            <a:off x="6092189" y="3425189"/>
            <a:ext cx="7621" cy="7621"/>
          </a:xfrm>
          <a:prstGeom prst="rect">
            <a:avLst/>
          </a:prstGeom>
        </p:spPr>
      </p:pic>
      <p:pic>
        <p:nvPicPr>
          <p:cNvPr id="9" name="Picture 8">
            <a:extLst>
              <a:ext uri="{FF2B5EF4-FFF2-40B4-BE49-F238E27FC236}">
                <a16:creationId xmlns:a16="http://schemas.microsoft.com/office/drawing/2014/main" id="{5DED3773-216D-5F7E-0183-EA9633190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9134" y="1744133"/>
            <a:ext cx="4181318" cy="2006600"/>
          </a:xfrm>
          <a:prstGeom prst="rect">
            <a:avLst/>
          </a:prstGeom>
        </p:spPr>
      </p:pic>
      <p:pic>
        <p:nvPicPr>
          <p:cNvPr id="11" name="Picture 10">
            <a:extLst>
              <a:ext uri="{FF2B5EF4-FFF2-40B4-BE49-F238E27FC236}">
                <a16:creationId xmlns:a16="http://schemas.microsoft.com/office/drawing/2014/main" id="{B168940E-D217-A14E-88C0-BF97EE37ED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07867" y="1744133"/>
            <a:ext cx="4321369" cy="5012267"/>
          </a:xfrm>
          <a:prstGeom prst="rect">
            <a:avLst/>
          </a:prstGeom>
        </p:spPr>
      </p:pic>
      <p:pic>
        <p:nvPicPr>
          <p:cNvPr id="13" name="Picture 12">
            <a:extLst>
              <a:ext uri="{FF2B5EF4-FFF2-40B4-BE49-F238E27FC236}">
                <a16:creationId xmlns:a16="http://schemas.microsoft.com/office/drawing/2014/main" id="{C32E7DA2-9EAC-BD60-59BC-7113CFB1BF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39134" y="3829899"/>
            <a:ext cx="4181317" cy="2926501"/>
          </a:xfrm>
          <a:prstGeom prst="rect">
            <a:avLst/>
          </a:prstGeom>
        </p:spPr>
      </p:pic>
      <p:pic>
        <p:nvPicPr>
          <p:cNvPr id="4" name="Picture 3">
            <a:extLst>
              <a:ext uri="{FF2B5EF4-FFF2-40B4-BE49-F238E27FC236}">
                <a16:creationId xmlns:a16="http://schemas.microsoft.com/office/drawing/2014/main" id="{943D4649-6ECD-5945-F19A-1E3B97617B37}"/>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0" y="0"/>
            <a:ext cx="2190750" cy="914400"/>
          </a:xfrm>
          <a:prstGeom prst="rect">
            <a:avLst/>
          </a:prstGeom>
        </p:spPr>
      </p:pic>
    </p:spTree>
    <p:extLst>
      <p:ext uri="{BB962C8B-B14F-4D97-AF65-F5344CB8AC3E}">
        <p14:creationId xmlns:p14="http://schemas.microsoft.com/office/powerpoint/2010/main" val="3101088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17ECC-0FE3-00B3-3E83-31170758D7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5476769-8134-24EB-EFB8-BF948B52809A}"/>
              </a:ext>
            </a:extLst>
          </p:cNvPr>
          <p:cNvSpPr>
            <a:spLocks noGrp="1"/>
          </p:cNvSpPr>
          <p:nvPr>
            <p:ph type="ctrTitle"/>
          </p:nvPr>
        </p:nvSpPr>
        <p:spPr>
          <a:xfrm>
            <a:off x="3285066" y="855135"/>
            <a:ext cx="8906934" cy="541866"/>
          </a:xfrm>
        </p:spPr>
        <p:txBody>
          <a:bodyPr>
            <a:normAutofit/>
          </a:bodyPr>
          <a:lstStyle/>
          <a:p>
            <a:pPr algn="ctr"/>
            <a:r>
              <a:rPr lang="en-IN" sz="2400" dirty="0">
                <a:latin typeface="Segoe UI Semibold" panose="020B0702040204020203" pitchFamily="34" charset="0"/>
                <a:cs typeface="Segoe UI Semibold" panose="020B0702040204020203" pitchFamily="34" charset="0"/>
              </a:rPr>
              <a:t>Tableau Dashboard</a:t>
            </a:r>
          </a:p>
        </p:txBody>
      </p:sp>
      <p:sp>
        <p:nvSpPr>
          <p:cNvPr id="3" name="Subtitle 2">
            <a:extLst>
              <a:ext uri="{FF2B5EF4-FFF2-40B4-BE49-F238E27FC236}">
                <a16:creationId xmlns:a16="http://schemas.microsoft.com/office/drawing/2014/main" id="{50518547-23B4-CCC6-A450-DF29D1FECE72}"/>
              </a:ext>
            </a:extLst>
          </p:cNvPr>
          <p:cNvSpPr>
            <a:spLocks noGrp="1"/>
          </p:cNvSpPr>
          <p:nvPr>
            <p:ph type="subTitle" idx="1"/>
          </p:nvPr>
        </p:nvSpPr>
        <p:spPr>
          <a:xfrm>
            <a:off x="0" y="1742049"/>
            <a:ext cx="3183467" cy="5115951"/>
          </a:xfrm>
        </p:spPr>
        <p:txBody>
          <a:bodyPr/>
          <a:lstStyle/>
          <a:p>
            <a:pPr algn="l"/>
            <a:r>
              <a:rPr lang="en-IN" sz="1800" b="1" dirty="0">
                <a:latin typeface="Segoe UI Semibold" panose="020B0702040204020203" pitchFamily="34" charset="0"/>
                <a:cs typeface="Segoe UI Semibold" panose="020B0702040204020203" pitchFamily="34" charset="0"/>
              </a:rPr>
              <a:t>Dashboard Features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Interactive Filters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KPI Cards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Sales Trend Analysis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Product Performance</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Customer Analysis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Region-wise Sales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Time-based Analysis</a:t>
            </a:r>
          </a:p>
          <a:p>
            <a:endParaRPr lang="en-IN" dirty="0"/>
          </a:p>
        </p:txBody>
      </p:sp>
      <p:pic>
        <p:nvPicPr>
          <p:cNvPr id="4" name="Picture 3">
            <a:extLst>
              <a:ext uri="{FF2B5EF4-FFF2-40B4-BE49-F238E27FC236}">
                <a16:creationId xmlns:a16="http://schemas.microsoft.com/office/drawing/2014/main" id="{27AEE91F-32A9-D00C-E655-ED31A7DA16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5066" y="1742049"/>
            <a:ext cx="8906933" cy="5115951"/>
          </a:xfrm>
          <a:prstGeom prst="rect">
            <a:avLst/>
          </a:prstGeom>
        </p:spPr>
      </p:pic>
      <p:pic>
        <p:nvPicPr>
          <p:cNvPr id="12" name="Picture 11">
            <a:extLst>
              <a:ext uri="{FF2B5EF4-FFF2-40B4-BE49-F238E27FC236}">
                <a16:creationId xmlns:a16="http://schemas.microsoft.com/office/drawing/2014/main" id="{9DE47B69-7610-8247-00B0-F994279DA91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3190"/>
            <a:ext cx="2624667" cy="1476389"/>
          </a:xfrm>
          <a:prstGeom prst="rect">
            <a:avLst/>
          </a:prstGeom>
        </p:spPr>
      </p:pic>
      <p:sp>
        <p:nvSpPr>
          <p:cNvPr id="13" name="TextBox 12">
            <a:extLst>
              <a:ext uri="{FF2B5EF4-FFF2-40B4-BE49-F238E27FC236}">
                <a16:creationId xmlns:a16="http://schemas.microsoft.com/office/drawing/2014/main" id="{7524985D-CA17-04BF-E118-2B9D8A9B43A7}"/>
              </a:ext>
            </a:extLst>
          </p:cNvPr>
          <p:cNvSpPr txBox="1"/>
          <p:nvPr/>
        </p:nvSpPr>
        <p:spPr>
          <a:xfrm>
            <a:off x="4191000" y="5334000"/>
            <a:ext cx="3810000" cy="230832"/>
          </a:xfrm>
          <a:prstGeom prst="rect">
            <a:avLst/>
          </a:prstGeom>
          <a:noFill/>
        </p:spPr>
        <p:txBody>
          <a:bodyPr wrap="square" rtlCol="0">
            <a:spAutoFit/>
          </a:bodyPr>
          <a:lstStyle/>
          <a:p>
            <a:r>
              <a:rPr lang="en-IN" sz="900">
                <a:hlinkClick r:id="rId4" tooltip="https://www.flickr.com/photos/141573413@N04/42099499622"/>
              </a:rPr>
              <a:t>This Photo</a:t>
            </a:r>
            <a:r>
              <a:rPr lang="en-IN" sz="900"/>
              <a:t> by Unknown Author is licensed under </a:t>
            </a:r>
            <a:r>
              <a:rPr lang="en-IN" sz="900">
                <a:hlinkClick r:id="rId5" tooltip="https://creativecommons.org/licenses/by-sa/3.0/"/>
              </a:rPr>
              <a:t>CC BY-SA</a:t>
            </a:r>
            <a:endParaRPr lang="en-IN" sz="900"/>
          </a:p>
        </p:txBody>
      </p:sp>
    </p:spTree>
    <p:extLst>
      <p:ext uri="{BB962C8B-B14F-4D97-AF65-F5344CB8AC3E}">
        <p14:creationId xmlns:p14="http://schemas.microsoft.com/office/powerpoint/2010/main" val="317228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966CE-E025-E42F-E0ED-F6244CA4D2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44E9BE-F809-1535-3E35-7551A46C5994}"/>
              </a:ext>
            </a:extLst>
          </p:cNvPr>
          <p:cNvSpPr>
            <a:spLocks noGrp="1"/>
          </p:cNvSpPr>
          <p:nvPr>
            <p:ph type="ctrTitle"/>
          </p:nvPr>
        </p:nvSpPr>
        <p:spPr>
          <a:xfrm>
            <a:off x="3691466" y="889000"/>
            <a:ext cx="8500533" cy="567267"/>
          </a:xfrm>
        </p:spPr>
        <p:txBody>
          <a:bodyPr>
            <a:normAutofit/>
          </a:bodyPr>
          <a:lstStyle/>
          <a:p>
            <a:pPr algn="ctr"/>
            <a:r>
              <a:rPr lang="en-IN" sz="2400" dirty="0">
                <a:latin typeface="Segoe UI Semibold" panose="020B0702040204020203" pitchFamily="34" charset="0"/>
                <a:cs typeface="Segoe UI Semibold" panose="020B0702040204020203" pitchFamily="34" charset="0"/>
              </a:rPr>
              <a:t>Power BI Dashboard</a:t>
            </a:r>
          </a:p>
        </p:txBody>
      </p:sp>
      <p:sp>
        <p:nvSpPr>
          <p:cNvPr id="3" name="Subtitle 2">
            <a:extLst>
              <a:ext uri="{FF2B5EF4-FFF2-40B4-BE49-F238E27FC236}">
                <a16:creationId xmlns:a16="http://schemas.microsoft.com/office/drawing/2014/main" id="{B5C2E0FA-508E-2DD3-957F-D851D8A24F65}"/>
              </a:ext>
            </a:extLst>
          </p:cNvPr>
          <p:cNvSpPr>
            <a:spLocks noGrp="1"/>
          </p:cNvSpPr>
          <p:nvPr>
            <p:ph type="subTitle" idx="1"/>
          </p:nvPr>
        </p:nvSpPr>
        <p:spPr>
          <a:xfrm>
            <a:off x="0" y="1913466"/>
            <a:ext cx="3623734" cy="4944533"/>
          </a:xfrm>
        </p:spPr>
        <p:txBody>
          <a:bodyPr/>
          <a:lstStyle/>
          <a:p>
            <a:pPr algn="l"/>
            <a:r>
              <a:rPr lang="en-IN" sz="1800" b="1" dirty="0">
                <a:latin typeface="Segoe UI Semibold" panose="020B0702040204020203" pitchFamily="34" charset="0"/>
                <a:cs typeface="Segoe UI Semibold" panose="020B0702040204020203" pitchFamily="34" charset="0"/>
              </a:rPr>
              <a:t>Dashboard Features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KPI Cards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Sales Trend</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Sales vs Production Cost</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Top Products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Top Customers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Regional Performance</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Interactive Slicers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DAX Measures</a:t>
            </a:r>
          </a:p>
          <a:p>
            <a:endParaRPr lang="en-IN" dirty="0"/>
          </a:p>
        </p:txBody>
      </p:sp>
      <p:pic>
        <p:nvPicPr>
          <p:cNvPr id="9" name="Picture 8">
            <a:extLst>
              <a:ext uri="{FF2B5EF4-FFF2-40B4-BE49-F238E27FC236}">
                <a16:creationId xmlns:a16="http://schemas.microsoft.com/office/drawing/2014/main" id="{CED0A626-CE70-B98F-6EC0-C30F599B77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7667" y="1913467"/>
            <a:ext cx="8424332" cy="4944533"/>
          </a:xfrm>
          <a:prstGeom prst="rect">
            <a:avLst/>
          </a:prstGeom>
        </p:spPr>
      </p:pic>
      <p:pic>
        <p:nvPicPr>
          <p:cNvPr id="4" name="Picture 3">
            <a:extLst>
              <a:ext uri="{FF2B5EF4-FFF2-40B4-BE49-F238E27FC236}">
                <a16:creationId xmlns:a16="http://schemas.microsoft.com/office/drawing/2014/main" id="{AE130328-CF5C-8109-F9AF-10DB6486881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0"/>
            <a:ext cx="790685" cy="924054"/>
          </a:xfrm>
          <a:prstGeom prst="rect">
            <a:avLst/>
          </a:prstGeom>
        </p:spPr>
      </p:pic>
    </p:spTree>
    <p:extLst>
      <p:ext uri="{BB962C8B-B14F-4D97-AF65-F5344CB8AC3E}">
        <p14:creationId xmlns:p14="http://schemas.microsoft.com/office/powerpoint/2010/main" val="2076887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EAED7-A2E8-5D6B-468E-389795A093B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28D0746-7D3B-183D-8D07-FE17F24941CE}"/>
              </a:ext>
            </a:extLst>
          </p:cNvPr>
          <p:cNvSpPr>
            <a:spLocks noGrp="1"/>
          </p:cNvSpPr>
          <p:nvPr>
            <p:ph type="ctrTitle"/>
          </p:nvPr>
        </p:nvSpPr>
        <p:spPr>
          <a:xfrm>
            <a:off x="1524000" y="1122364"/>
            <a:ext cx="9144000" cy="570970"/>
          </a:xfrm>
        </p:spPr>
        <p:txBody>
          <a:bodyPr>
            <a:normAutofit/>
          </a:bodyPr>
          <a:lstStyle/>
          <a:p>
            <a:pPr algn="ctr"/>
            <a:r>
              <a:rPr lang="en-IN" sz="2400" dirty="0">
                <a:latin typeface="Segoe UI Semibold" panose="020B0702040204020203" pitchFamily="34" charset="0"/>
                <a:cs typeface="Segoe UI Semibold" panose="020B0702040204020203" pitchFamily="34" charset="0"/>
              </a:rPr>
              <a:t>Business Insights</a:t>
            </a:r>
          </a:p>
        </p:txBody>
      </p:sp>
      <p:sp>
        <p:nvSpPr>
          <p:cNvPr id="3" name="Subtitle 2">
            <a:extLst>
              <a:ext uri="{FF2B5EF4-FFF2-40B4-BE49-F238E27FC236}">
                <a16:creationId xmlns:a16="http://schemas.microsoft.com/office/drawing/2014/main" id="{63638792-600C-BAAC-840E-E19A610BEA15}"/>
              </a:ext>
            </a:extLst>
          </p:cNvPr>
          <p:cNvSpPr>
            <a:spLocks noGrp="1"/>
          </p:cNvSpPr>
          <p:nvPr>
            <p:ph type="subTitle" idx="1"/>
          </p:nvPr>
        </p:nvSpPr>
        <p:spPr>
          <a:xfrm>
            <a:off x="1524000" y="2353733"/>
            <a:ext cx="9144000" cy="3381903"/>
          </a:xfrm>
        </p:spPr>
        <p:txBody>
          <a:bodyPr>
            <a:normAutofit/>
          </a:bodyPr>
          <a:lstStyle/>
          <a:p>
            <a:pPr algn="l"/>
            <a:r>
              <a:rPr lang="en-IN" sz="1800" b="1" dirty="0">
                <a:latin typeface="Segoe UI Semibold" panose="020B0702040204020203" pitchFamily="34" charset="0"/>
                <a:cs typeface="Segoe UI Semibold" panose="020B0702040204020203" pitchFamily="34" charset="0"/>
              </a:rPr>
              <a:t>Key Findings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Australia achieved the highest revenue.</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2013 recorded the maximum sales.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Mountain product category contributed significantly to revenue.</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Profit Margin remained above 40%.</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Regional dashboards supported sales performance evaluation.</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Interactive dashboards enabled faster business decision making.</a:t>
            </a:r>
          </a:p>
          <a:p>
            <a:pPr algn="l"/>
            <a:br>
              <a:rPr lang="en-IN" sz="1400" dirty="0">
                <a:latin typeface="Segoe UI Semibold" panose="020B0702040204020203" pitchFamily="34" charset="0"/>
                <a:cs typeface="Segoe UI Semibold" panose="020B0702040204020203" pitchFamily="34" charset="0"/>
              </a:rPr>
            </a:br>
            <a:endParaRPr lang="en-IN" sz="1400" dirty="0">
              <a:latin typeface="Segoe UI Semibold" panose="020B0702040204020203" pitchFamily="34" charset="0"/>
              <a:cs typeface="Segoe UI Semibold" panose="020B0702040204020203" pitchFamily="34" charset="0"/>
            </a:endParaRPr>
          </a:p>
          <a:p>
            <a:endParaRPr lang="en-IN" dirty="0"/>
          </a:p>
        </p:txBody>
      </p:sp>
    </p:spTree>
    <p:extLst>
      <p:ext uri="{BB962C8B-B14F-4D97-AF65-F5344CB8AC3E}">
        <p14:creationId xmlns:p14="http://schemas.microsoft.com/office/powerpoint/2010/main" val="3347239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E7714-FFAE-21AD-7F8E-B77FC0C33E2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55B0F9-FD5B-B32D-CFFF-2142BD8CB8A9}"/>
              </a:ext>
            </a:extLst>
          </p:cNvPr>
          <p:cNvSpPr>
            <a:spLocks noGrp="1"/>
          </p:cNvSpPr>
          <p:nvPr>
            <p:ph type="ctrTitle"/>
          </p:nvPr>
        </p:nvSpPr>
        <p:spPr>
          <a:xfrm>
            <a:off x="1524000" y="1122364"/>
            <a:ext cx="9144000" cy="562504"/>
          </a:xfrm>
        </p:spPr>
        <p:txBody>
          <a:bodyPr>
            <a:normAutofit/>
          </a:bodyPr>
          <a:lstStyle/>
          <a:p>
            <a:pPr algn="ctr"/>
            <a:r>
              <a:rPr lang="en-IN" sz="2400" dirty="0">
                <a:latin typeface="Segoe UI Semibold" panose="020B0702040204020203" pitchFamily="34" charset="0"/>
                <a:cs typeface="Segoe UI Semibold" panose="020B0702040204020203" pitchFamily="34" charset="0"/>
              </a:rPr>
              <a:t>Skills Demonstrated</a:t>
            </a:r>
          </a:p>
        </p:txBody>
      </p:sp>
      <p:sp>
        <p:nvSpPr>
          <p:cNvPr id="3" name="Subtitle 2">
            <a:extLst>
              <a:ext uri="{FF2B5EF4-FFF2-40B4-BE49-F238E27FC236}">
                <a16:creationId xmlns:a16="http://schemas.microsoft.com/office/drawing/2014/main" id="{19C34B14-EC39-456A-3F16-7CE10B7D3985}"/>
              </a:ext>
            </a:extLst>
          </p:cNvPr>
          <p:cNvSpPr>
            <a:spLocks noGrp="1"/>
          </p:cNvSpPr>
          <p:nvPr>
            <p:ph type="subTitle" idx="1"/>
          </p:nvPr>
        </p:nvSpPr>
        <p:spPr>
          <a:xfrm>
            <a:off x="1524000" y="2353733"/>
            <a:ext cx="9144000" cy="4216400"/>
          </a:xfrm>
        </p:spPr>
        <p:txBody>
          <a:bodyPr>
            <a:normAutofit/>
          </a:bodyPr>
          <a:lstStyle/>
          <a:p>
            <a:pPr algn="l"/>
            <a:r>
              <a:rPr lang="en-IN" sz="1900" b="1" dirty="0">
                <a:latin typeface="Segoe UI Semibold" panose="020B0702040204020203" pitchFamily="34" charset="0"/>
                <a:cs typeface="Segoe UI Semibold" panose="020B0702040204020203" pitchFamily="34" charset="0"/>
              </a:rPr>
              <a:t>Technical Skills</a:t>
            </a:r>
          </a:p>
          <a:p>
            <a:pPr marL="342900" indent="-342900" algn="l">
              <a:buFont typeface="Arial" panose="020B0604020202020204" pitchFamily="34" charset="0"/>
              <a:buChar char="•"/>
            </a:pPr>
            <a:r>
              <a:rPr lang="en-IN" sz="1500" dirty="0">
                <a:latin typeface="Segoe UI Semibold" panose="020B0702040204020203" pitchFamily="34" charset="0"/>
                <a:cs typeface="Segoe UI Semibold" panose="020B0702040204020203" pitchFamily="34" charset="0"/>
              </a:rPr>
              <a:t>Microsoft Excel</a:t>
            </a:r>
          </a:p>
          <a:p>
            <a:pPr marL="342900" indent="-342900" algn="l">
              <a:buFont typeface="Arial" panose="020B0604020202020204" pitchFamily="34" charset="0"/>
              <a:buChar char="•"/>
            </a:pPr>
            <a:r>
              <a:rPr lang="en-IN" sz="1500" dirty="0">
                <a:latin typeface="Segoe UI Semibold" panose="020B0702040204020203" pitchFamily="34" charset="0"/>
                <a:cs typeface="Segoe UI Semibold" panose="020B0702040204020203" pitchFamily="34" charset="0"/>
              </a:rPr>
              <a:t>MySQL</a:t>
            </a:r>
          </a:p>
          <a:p>
            <a:pPr marL="342900" indent="-342900" algn="l">
              <a:buFont typeface="Arial" panose="020B0604020202020204" pitchFamily="34" charset="0"/>
              <a:buChar char="•"/>
            </a:pPr>
            <a:r>
              <a:rPr lang="en-IN" sz="1500" dirty="0">
                <a:latin typeface="Segoe UI Semibold" panose="020B0702040204020203" pitchFamily="34" charset="0"/>
                <a:cs typeface="Segoe UI Semibold" panose="020B0702040204020203" pitchFamily="34" charset="0"/>
              </a:rPr>
              <a:t>Tableau</a:t>
            </a:r>
          </a:p>
          <a:p>
            <a:pPr marL="342900" indent="-342900" algn="l">
              <a:buFont typeface="Arial" panose="020B0604020202020204" pitchFamily="34" charset="0"/>
              <a:buChar char="•"/>
            </a:pPr>
            <a:r>
              <a:rPr lang="en-IN" sz="1500" dirty="0">
                <a:latin typeface="Segoe UI Semibold" panose="020B0702040204020203" pitchFamily="34" charset="0"/>
                <a:cs typeface="Segoe UI Semibold" panose="020B0702040204020203" pitchFamily="34" charset="0"/>
              </a:rPr>
              <a:t>Power BI</a:t>
            </a:r>
          </a:p>
          <a:p>
            <a:pPr marL="342900" indent="-342900" algn="l">
              <a:buFont typeface="Arial" panose="020B0604020202020204" pitchFamily="34" charset="0"/>
              <a:buChar char="•"/>
            </a:pPr>
            <a:r>
              <a:rPr lang="en-IN" sz="1500" dirty="0">
                <a:latin typeface="Segoe UI Semibold" panose="020B0702040204020203" pitchFamily="34" charset="0"/>
                <a:cs typeface="Segoe UI Semibold" panose="020B0702040204020203" pitchFamily="34" charset="0"/>
              </a:rPr>
              <a:t>SQL Queries</a:t>
            </a:r>
          </a:p>
          <a:p>
            <a:pPr marL="342900" indent="-342900" algn="l">
              <a:buFont typeface="Arial" panose="020B0604020202020204" pitchFamily="34" charset="0"/>
              <a:buChar char="•"/>
            </a:pPr>
            <a:r>
              <a:rPr lang="en-IN" sz="1500" dirty="0">
                <a:latin typeface="Segoe UI Semibold" panose="020B0702040204020203" pitchFamily="34" charset="0"/>
                <a:cs typeface="Segoe UI Semibold" panose="020B0702040204020203" pitchFamily="34" charset="0"/>
              </a:rPr>
              <a:t>ETL Process</a:t>
            </a:r>
          </a:p>
          <a:p>
            <a:pPr marL="342900" indent="-342900" algn="l">
              <a:buFont typeface="Arial" panose="020B0604020202020204" pitchFamily="34" charset="0"/>
              <a:buChar char="•"/>
            </a:pPr>
            <a:r>
              <a:rPr lang="en-IN" sz="1500" dirty="0">
                <a:latin typeface="Segoe UI Semibold" panose="020B0702040204020203" pitchFamily="34" charset="0"/>
                <a:cs typeface="Segoe UI Semibold" panose="020B0702040204020203" pitchFamily="34" charset="0"/>
              </a:rPr>
              <a:t>Data Cleaning</a:t>
            </a:r>
          </a:p>
          <a:p>
            <a:pPr marL="342900" indent="-342900" algn="l">
              <a:buFont typeface="Arial" panose="020B0604020202020204" pitchFamily="34" charset="0"/>
              <a:buChar char="•"/>
            </a:pPr>
            <a:r>
              <a:rPr lang="en-IN" sz="1500" dirty="0">
                <a:latin typeface="Segoe UI Semibold" panose="020B0702040204020203" pitchFamily="34" charset="0"/>
                <a:cs typeface="Segoe UI Semibold" panose="020B0702040204020203" pitchFamily="34" charset="0"/>
              </a:rPr>
              <a:t>Data Visualization</a:t>
            </a:r>
          </a:p>
          <a:p>
            <a:pPr marL="342900" indent="-342900" algn="l">
              <a:buFont typeface="Arial" panose="020B0604020202020204" pitchFamily="34" charset="0"/>
              <a:buChar char="•"/>
            </a:pPr>
            <a:r>
              <a:rPr lang="en-IN" sz="1500" dirty="0">
                <a:latin typeface="Segoe UI Semibold" panose="020B0702040204020203" pitchFamily="34" charset="0"/>
                <a:cs typeface="Segoe UI Semibold" panose="020B0702040204020203" pitchFamily="34" charset="0"/>
              </a:rPr>
              <a:t>Dashboard Design</a:t>
            </a:r>
          </a:p>
          <a:p>
            <a:pPr marL="342900" indent="-342900" algn="l">
              <a:buFont typeface="Arial" panose="020B0604020202020204" pitchFamily="34" charset="0"/>
              <a:buChar char="•"/>
            </a:pPr>
            <a:r>
              <a:rPr lang="en-IN" sz="1500" dirty="0">
                <a:latin typeface="Segoe UI Semibold" panose="020B0702040204020203" pitchFamily="34" charset="0"/>
                <a:cs typeface="Segoe UI Semibold" panose="020B0702040204020203" pitchFamily="34" charset="0"/>
              </a:rPr>
              <a:t>Business Intelligence</a:t>
            </a:r>
          </a:p>
          <a:p>
            <a:endParaRPr lang="en-IN" dirty="0"/>
          </a:p>
        </p:txBody>
      </p:sp>
    </p:spTree>
    <p:extLst>
      <p:ext uri="{BB962C8B-B14F-4D97-AF65-F5344CB8AC3E}">
        <p14:creationId xmlns:p14="http://schemas.microsoft.com/office/powerpoint/2010/main" val="1830769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FA6F3-5C23-7036-71A6-B637C6114C4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9FD0F7-4D77-C10B-13DB-169A407B4FC2}"/>
              </a:ext>
            </a:extLst>
          </p:cNvPr>
          <p:cNvSpPr>
            <a:spLocks noGrp="1"/>
          </p:cNvSpPr>
          <p:nvPr>
            <p:ph type="ctrTitle"/>
          </p:nvPr>
        </p:nvSpPr>
        <p:spPr>
          <a:xfrm>
            <a:off x="1524000" y="1122364"/>
            <a:ext cx="9144000" cy="545569"/>
          </a:xfrm>
        </p:spPr>
        <p:txBody>
          <a:bodyPr>
            <a:normAutofit/>
          </a:bodyPr>
          <a:lstStyle/>
          <a:p>
            <a:pPr algn="ctr"/>
            <a:r>
              <a:rPr lang="en-IN" sz="2400" dirty="0">
                <a:latin typeface="Segoe UI Semibold" panose="020B0702040204020203" pitchFamily="34" charset="0"/>
                <a:cs typeface="Segoe UI Semibold" panose="020B0702040204020203" pitchFamily="34" charset="0"/>
              </a:rPr>
              <a:t>Challenges &amp; Solutions</a:t>
            </a:r>
          </a:p>
        </p:txBody>
      </p:sp>
      <p:sp>
        <p:nvSpPr>
          <p:cNvPr id="3" name="Subtitle 2">
            <a:extLst>
              <a:ext uri="{FF2B5EF4-FFF2-40B4-BE49-F238E27FC236}">
                <a16:creationId xmlns:a16="http://schemas.microsoft.com/office/drawing/2014/main" id="{92F3DD90-A459-AB10-34AA-5DE13CED8480}"/>
              </a:ext>
            </a:extLst>
          </p:cNvPr>
          <p:cNvSpPr>
            <a:spLocks noGrp="1"/>
          </p:cNvSpPr>
          <p:nvPr>
            <p:ph type="subTitle" idx="1"/>
          </p:nvPr>
        </p:nvSpPr>
        <p:spPr>
          <a:xfrm>
            <a:off x="1524000" y="2353733"/>
            <a:ext cx="9144000" cy="4216400"/>
          </a:xfrm>
        </p:spPr>
        <p:txBody>
          <a:bodyPr>
            <a:normAutofit/>
          </a:bodyPr>
          <a:lstStyle/>
          <a:p>
            <a:pPr algn="l"/>
            <a:r>
              <a:rPr lang="en-IN" sz="1800" b="1" dirty="0">
                <a:latin typeface="Segoe UI Semibold" panose="020B0702040204020203" pitchFamily="34" charset="0"/>
                <a:cs typeface="Segoe UI Semibold" panose="020B0702040204020203" pitchFamily="34" charset="0"/>
              </a:rPr>
              <a:t>Challenge</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Importing large datasets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SQL transformations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Date conversions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Dashboard creation</a:t>
            </a:r>
            <a:endParaRPr lang="en-IN" sz="1800" b="1" dirty="0">
              <a:latin typeface="Segoe UI Semibold" panose="020B0702040204020203" pitchFamily="34" charset="0"/>
              <a:cs typeface="Segoe UI Semibold" panose="020B0702040204020203" pitchFamily="34" charset="0"/>
            </a:endParaRPr>
          </a:p>
          <a:p>
            <a:pPr algn="l"/>
            <a:r>
              <a:rPr lang="en-IN" sz="1800" b="1" dirty="0">
                <a:latin typeface="Segoe UI Semibold" panose="020B0702040204020203" pitchFamily="34" charset="0"/>
                <a:cs typeface="Segoe UI Semibold" panose="020B0702040204020203" pitchFamily="34" charset="0"/>
              </a:rPr>
              <a:t>Solution</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Combined and validated data successfully</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Used JOIN, UPDATE and calculated fields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Derived Year, Month, Quarter and Financial attributes</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Built interactive visualizations in Tableau and Power BI</a:t>
            </a:r>
          </a:p>
        </p:txBody>
      </p:sp>
    </p:spTree>
    <p:extLst>
      <p:ext uri="{BB962C8B-B14F-4D97-AF65-F5344CB8AC3E}">
        <p14:creationId xmlns:p14="http://schemas.microsoft.com/office/powerpoint/2010/main" val="1490679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A226C-D274-3AE2-A94C-A7FAC295E60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3D16E97-B7E6-67E6-E08B-B46215BCBD68}"/>
              </a:ext>
            </a:extLst>
          </p:cNvPr>
          <p:cNvSpPr>
            <a:spLocks noGrp="1"/>
          </p:cNvSpPr>
          <p:nvPr>
            <p:ph type="ctrTitle"/>
          </p:nvPr>
        </p:nvSpPr>
        <p:spPr>
          <a:xfrm>
            <a:off x="1524000" y="1122364"/>
            <a:ext cx="9144000" cy="545569"/>
          </a:xfrm>
        </p:spPr>
        <p:txBody>
          <a:bodyPr>
            <a:normAutofit/>
          </a:bodyPr>
          <a:lstStyle/>
          <a:p>
            <a:pPr algn="ctr"/>
            <a:r>
              <a:rPr lang="en-IN" sz="2400" dirty="0">
                <a:latin typeface="Segoe UI Semibold" panose="020B0702040204020203" pitchFamily="34" charset="0"/>
                <a:cs typeface="Segoe UI Semibold" panose="020B0702040204020203" pitchFamily="34" charset="0"/>
              </a:rPr>
              <a:t>Conclusion</a:t>
            </a:r>
          </a:p>
        </p:txBody>
      </p:sp>
      <p:sp>
        <p:nvSpPr>
          <p:cNvPr id="3" name="Subtitle 2">
            <a:extLst>
              <a:ext uri="{FF2B5EF4-FFF2-40B4-BE49-F238E27FC236}">
                <a16:creationId xmlns:a16="http://schemas.microsoft.com/office/drawing/2014/main" id="{679A2265-BBC6-092B-B5AB-A31E65DD3EB9}"/>
              </a:ext>
            </a:extLst>
          </p:cNvPr>
          <p:cNvSpPr>
            <a:spLocks noGrp="1"/>
          </p:cNvSpPr>
          <p:nvPr>
            <p:ph type="subTitle" idx="1"/>
          </p:nvPr>
        </p:nvSpPr>
        <p:spPr>
          <a:xfrm>
            <a:off x="1524000" y="2353733"/>
            <a:ext cx="9144000" cy="4216400"/>
          </a:xfrm>
        </p:spPr>
        <p:txBody>
          <a:bodyPr/>
          <a:lstStyle/>
          <a:p>
            <a:pPr algn="l"/>
            <a:endParaRPr lang="en-IN" dirty="0"/>
          </a:p>
          <a:p>
            <a:pPr algn="l"/>
            <a:r>
              <a:rPr lang="en-IN" sz="1600" dirty="0">
                <a:latin typeface="Segoe UI Semibold" panose="020B0702040204020203" pitchFamily="34" charset="0"/>
                <a:cs typeface="Segoe UI Semibold" panose="020B0702040204020203" pitchFamily="34" charset="0"/>
              </a:rPr>
              <a:t>This project demonstrated the complete Business Intelligence lifecycle—from data preparation and transformation to interactive dashboard development. Using Excel, MySQL, Tableau, and Power BI, the project delivered meaningful business insights and strengthened practical skills in data analysis, visualization, and reporting.</a:t>
            </a:r>
          </a:p>
        </p:txBody>
      </p:sp>
    </p:spTree>
    <p:extLst>
      <p:ext uri="{BB962C8B-B14F-4D97-AF65-F5344CB8AC3E}">
        <p14:creationId xmlns:p14="http://schemas.microsoft.com/office/powerpoint/2010/main" val="2961390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03644-CD21-D1B4-3DC3-9DEF679281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5445C04-DBBF-6BD7-144F-A32C2FD2E553}"/>
              </a:ext>
            </a:extLst>
          </p:cNvPr>
          <p:cNvSpPr>
            <a:spLocks noGrp="1"/>
          </p:cNvSpPr>
          <p:nvPr>
            <p:ph type="ctrTitle"/>
          </p:nvPr>
        </p:nvSpPr>
        <p:spPr>
          <a:xfrm>
            <a:off x="1524000" y="1122364"/>
            <a:ext cx="9144000" cy="562504"/>
          </a:xfrm>
        </p:spPr>
        <p:txBody>
          <a:bodyPr>
            <a:normAutofit/>
          </a:bodyPr>
          <a:lstStyle/>
          <a:p>
            <a:pPr algn="ctr"/>
            <a:r>
              <a:rPr lang="en-IN" sz="2400" dirty="0">
                <a:latin typeface="Segoe UI Semibold" panose="020B0702040204020203" pitchFamily="34" charset="0"/>
                <a:cs typeface="Segoe UI Semibold" panose="020B0702040204020203" pitchFamily="34" charset="0"/>
              </a:rPr>
              <a:t>Thank You</a:t>
            </a:r>
          </a:p>
        </p:txBody>
      </p:sp>
      <p:sp>
        <p:nvSpPr>
          <p:cNvPr id="3" name="Subtitle 2">
            <a:extLst>
              <a:ext uri="{FF2B5EF4-FFF2-40B4-BE49-F238E27FC236}">
                <a16:creationId xmlns:a16="http://schemas.microsoft.com/office/drawing/2014/main" id="{55155288-98FE-1E94-2B92-8F3ADD938B77}"/>
              </a:ext>
            </a:extLst>
          </p:cNvPr>
          <p:cNvSpPr>
            <a:spLocks noGrp="1"/>
          </p:cNvSpPr>
          <p:nvPr>
            <p:ph type="subTitle" idx="1"/>
          </p:nvPr>
        </p:nvSpPr>
        <p:spPr>
          <a:xfrm>
            <a:off x="1524000" y="2353733"/>
            <a:ext cx="9144000" cy="4216400"/>
          </a:xfrm>
        </p:spPr>
        <p:txBody>
          <a:bodyPr>
            <a:normAutofit/>
          </a:bodyPr>
          <a:lstStyle/>
          <a:p>
            <a:pPr algn="l"/>
            <a:r>
              <a:rPr lang="en-IN" sz="1800" b="1" dirty="0">
                <a:latin typeface="Segoe UI Semibold" panose="020B0702040204020203" pitchFamily="34" charset="0"/>
                <a:cs typeface="Segoe UI Semibold" panose="020B0702040204020203" pitchFamily="34" charset="0"/>
              </a:rPr>
              <a:t>Adventure Works Sales &amp; Performance Analysis</a:t>
            </a:r>
          </a:p>
          <a:p>
            <a:pPr algn="l"/>
            <a:r>
              <a:rPr lang="en-IN" sz="1800" b="1" dirty="0">
                <a:latin typeface="Segoe UI Semibold" panose="020B0702040204020203" pitchFamily="34" charset="0"/>
                <a:cs typeface="Segoe UI Semibold" panose="020B0702040204020203" pitchFamily="34" charset="0"/>
              </a:rPr>
              <a:t>Prepared by</a:t>
            </a:r>
            <a:endParaRPr lang="en-IN" sz="1800" dirty="0">
              <a:latin typeface="Segoe UI Semibold" panose="020B0702040204020203" pitchFamily="34" charset="0"/>
              <a:cs typeface="Segoe UI Semibold" panose="020B0702040204020203" pitchFamily="34" charset="0"/>
            </a:endParaRP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Jogendernath Kompalli</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M. Sai Ashrita Goud</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Mohammed Ahsan</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Rama Dulla</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S. Deena</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Soumya ShivaShankar Vastrad</a:t>
            </a:r>
          </a:p>
          <a:p>
            <a:pPr marL="342900" indent="-342900" algn="l">
              <a:buFont typeface="Arial" panose="020B0604020202020204" pitchFamily="34" charset="0"/>
              <a:buChar char="•"/>
            </a:pPr>
            <a:r>
              <a:rPr lang="en-IN" sz="1400" dirty="0">
                <a:latin typeface="Segoe UI Semibold" panose="020B0702040204020203" pitchFamily="34" charset="0"/>
                <a:cs typeface="Segoe UI Semibold" panose="020B0702040204020203" pitchFamily="34" charset="0"/>
              </a:rPr>
              <a:t>Syed Safreena</a:t>
            </a:r>
          </a:p>
          <a:p>
            <a:pPr algn="l"/>
            <a:r>
              <a:rPr lang="en-IN" sz="1800" b="1" dirty="0">
                <a:latin typeface="Segoe UI Semibold" panose="020B0702040204020203" pitchFamily="34" charset="0"/>
                <a:cs typeface="Segoe UI Semibold" panose="020B0702040204020203" pitchFamily="34" charset="0"/>
              </a:rPr>
              <a:t>Turning Data into Actionable Business Insights</a:t>
            </a:r>
            <a:endParaRPr lang="en-IN" sz="1800" dirty="0">
              <a:latin typeface="Segoe UI Semibold" panose="020B0702040204020203" pitchFamily="34" charset="0"/>
              <a:cs typeface="Segoe UI Semibold" panose="020B0702040204020203" pitchFamily="34" charset="0"/>
            </a:endParaRPr>
          </a:p>
          <a:p>
            <a:endParaRPr lang="en-IN" dirty="0"/>
          </a:p>
        </p:txBody>
      </p:sp>
    </p:spTree>
    <p:extLst>
      <p:ext uri="{BB962C8B-B14F-4D97-AF65-F5344CB8AC3E}">
        <p14:creationId xmlns:p14="http://schemas.microsoft.com/office/powerpoint/2010/main" val="33547335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766</TotalTime>
  <Words>525</Words>
  <Application>Microsoft Office PowerPoint</Application>
  <PresentationFormat>Widescreen</PresentationFormat>
  <Paragraphs>146</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Century Gothic</vt:lpstr>
      <vt:lpstr>Segoe UI</vt:lpstr>
      <vt:lpstr>Segoe UI Semibold</vt:lpstr>
      <vt:lpstr>Wingdings 3</vt:lpstr>
      <vt:lpstr>Ion</vt:lpstr>
      <vt:lpstr>Adventure Works Sales &amp; Performance Analysis  End-to-End Business Intelligence Project</vt:lpstr>
      <vt:lpstr>About Adventure Works</vt:lpstr>
      <vt:lpstr>Project Workflow</vt:lpstr>
      <vt:lpstr>Excel Implementation</vt:lpstr>
      <vt:lpstr>Excel Dashboard Analysis</vt:lpstr>
      <vt:lpstr>MySQL Implementation</vt:lpstr>
      <vt:lpstr>SQL Query Highlights</vt:lpstr>
      <vt:lpstr>Tableau Dashboard</vt:lpstr>
      <vt:lpstr>Power BI Dashboard</vt:lpstr>
      <vt:lpstr>Business Insights</vt:lpstr>
      <vt:lpstr>Skills Demonstrated</vt:lpstr>
      <vt:lpstr>Challenges &amp; Solutions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jogendernathkompalli4@gmail.com</dc:creator>
  <cp:lastModifiedBy>jogendernathkompalli4@gmail.com</cp:lastModifiedBy>
  <cp:revision>1</cp:revision>
  <dcterms:created xsi:type="dcterms:W3CDTF">2026-06-29T12:31:02Z</dcterms:created>
  <dcterms:modified xsi:type="dcterms:W3CDTF">2026-08-03T19:24:38Z</dcterms:modified>
</cp:coreProperties>
</file>